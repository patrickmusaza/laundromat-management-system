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79" r:id="rId2"/>
    <p:sldId id="385" r:id="rId3"/>
    <p:sldId id="387" r:id="rId4"/>
    <p:sldId id="380" r:id="rId5"/>
    <p:sldId id="388" r:id="rId6"/>
    <p:sldId id="381" r:id="rId7"/>
    <p:sldId id="382" r:id="rId8"/>
    <p:sldId id="383" r:id="rId9"/>
    <p:sldId id="389" r:id="rId10"/>
    <p:sldId id="390" r:id="rId11"/>
    <p:sldId id="391" r:id="rId12"/>
    <p:sldId id="392" r:id="rId13"/>
    <p:sldId id="3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F8D9"/>
    <a:srgbClr val="B7F8CE"/>
    <a:srgbClr val="B3F8CB"/>
    <a:srgbClr val="B5F8CC"/>
    <a:srgbClr val="B2F8CA"/>
    <a:srgbClr val="F1F3F2"/>
    <a:srgbClr val="EBF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55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1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9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3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10" Type="http://schemas.openxmlformats.org/officeDocument/2006/relationships/image" Target="../media/image1.jpeg"/><Relationship Id="rId4" Type="http://schemas.openxmlformats.org/officeDocument/2006/relationships/tags" Target="../tags/tag51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10" Type="http://schemas.openxmlformats.org/officeDocument/2006/relationships/image" Target="../media/image1.jpeg"/><Relationship Id="rId4" Type="http://schemas.openxmlformats.org/officeDocument/2006/relationships/tags" Target="../tags/tag59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10" Type="http://schemas.openxmlformats.org/officeDocument/2006/relationships/image" Target="../media/image1.jpeg"/><Relationship Id="rId4" Type="http://schemas.openxmlformats.org/officeDocument/2006/relationships/tags" Target="../tags/tag67.xml"/><Relationship Id="rId9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image" Target="../media/image1.jpe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76.xml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image" Target="../media/image1.jpe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image" Target="../media/image1.jpe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0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image" Target="../media/image1.jpeg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9" Type="http://schemas.openxmlformats.org/officeDocument/2006/relationships/image" Target="../media/image1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9" Type="http://schemas.openxmlformats.org/officeDocument/2006/relationships/image" Target="../media/image1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7" Type="http://schemas.openxmlformats.org/officeDocument/2006/relationships/image" Target="../media/image1.jpe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7" Type="http://schemas.openxmlformats.org/officeDocument/2006/relationships/image" Target="../media/image1.jpeg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image" Target="../media/image1.jpe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5.svg"/><Relationship Id="rId5" Type="http://schemas.openxmlformats.org/officeDocument/2006/relationships/tags" Target="../tags/tag143.xml"/><Relationship Id="rId10" Type="http://schemas.openxmlformats.org/officeDocument/2006/relationships/image" Target="../media/image4.png"/><Relationship Id="rId4" Type="http://schemas.openxmlformats.org/officeDocument/2006/relationships/tags" Target="../tags/tag142.xml"/><Relationship Id="rId9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image" Target="../media/image4.png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5" Type="http://schemas.openxmlformats.org/officeDocument/2006/relationships/image" Target="../media/image1.jpeg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image" Target="../media/image5.sv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13" Type="http://schemas.openxmlformats.org/officeDocument/2006/relationships/tags" Target="../tags/tag170.xml"/><Relationship Id="rId18" Type="http://schemas.openxmlformats.org/officeDocument/2006/relationships/image" Target="../media/image1.jpeg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12" Type="http://schemas.openxmlformats.org/officeDocument/2006/relationships/tags" Target="../tags/tag169.xml"/><Relationship Id="rId17" Type="http://schemas.openxmlformats.org/officeDocument/2006/relationships/image" Target="../media/image5.svg"/><Relationship Id="rId2" Type="http://schemas.openxmlformats.org/officeDocument/2006/relationships/tags" Target="../tags/tag159.xml"/><Relationship Id="rId16" Type="http://schemas.openxmlformats.org/officeDocument/2006/relationships/image" Target="../media/image4.png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tags" Target="../tags/tag168.xml"/><Relationship Id="rId5" Type="http://schemas.openxmlformats.org/officeDocument/2006/relationships/tags" Target="../tags/tag162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67.xml"/><Relationship Id="rId4" Type="http://schemas.openxmlformats.org/officeDocument/2006/relationships/tags" Target="../tags/tag161.xml"/><Relationship Id="rId9" Type="http://schemas.openxmlformats.org/officeDocument/2006/relationships/tags" Target="../tags/tag166.xml"/><Relationship Id="rId14" Type="http://schemas.openxmlformats.org/officeDocument/2006/relationships/tags" Target="../tags/tag17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74.xml"/><Relationship Id="rId7" Type="http://schemas.openxmlformats.org/officeDocument/2006/relationships/image" Target="../media/image3.svg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5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9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82.xml"/><Relationship Id="rId7" Type="http://schemas.openxmlformats.org/officeDocument/2006/relationships/image" Target="../media/image3.svg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3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86.xml"/><Relationship Id="rId7" Type="http://schemas.openxmlformats.org/officeDocument/2006/relationships/image" Target="../media/image5.svg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7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13" Type="http://schemas.openxmlformats.org/officeDocument/2006/relationships/image" Target="../media/image1.jpeg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5" Type="http://schemas.openxmlformats.org/officeDocument/2006/relationships/tags" Target="../tags/tag192.xml"/><Relationship Id="rId10" Type="http://schemas.openxmlformats.org/officeDocument/2006/relationships/tags" Target="../tags/tag197.xml"/><Relationship Id="rId4" Type="http://schemas.openxmlformats.org/officeDocument/2006/relationships/tags" Target="../tags/tag191.xml"/><Relationship Id="rId9" Type="http://schemas.openxmlformats.org/officeDocument/2006/relationships/tags" Target="../tags/tag196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2" Type="http://schemas.openxmlformats.org/officeDocument/2006/relationships/tags" Target="../tags/tag200.xml"/><Relationship Id="rId16" Type="http://schemas.openxmlformats.org/officeDocument/2006/relationships/image" Target="../media/image1.jpeg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5" Type="http://schemas.openxmlformats.org/officeDocument/2006/relationships/tags" Target="../tags/tag20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208.xml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tags" Target="../tags/tag212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220.xml"/><Relationship Id="rId13" Type="http://schemas.openxmlformats.org/officeDocument/2006/relationships/tags" Target="../tags/tag22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15.xml"/><Relationship Id="rId7" Type="http://schemas.openxmlformats.org/officeDocument/2006/relationships/tags" Target="../tags/tag219.xml"/><Relationship Id="rId12" Type="http://schemas.openxmlformats.org/officeDocument/2006/relationships/tags" Target="../tags/tag224.xml"/><Relationship Id="rId17" Type="http://schemas.openxmlformats.org/officeDocument/2006/relationships/tags" Target="../tags/tag229.xml"/><Relationship Id="rId2" Type="http://schemas.openxmlformats.org/officeDocument/2006/relationships/tags" Target="../tags/tag214.xml"/><Relationship Id="rId16" Type="http://schemas.openxmlformats.org/officeDocument/2006/relationships/tags" Target="../tags/tag228.xml"/><Relationship Id="rId1" Type="http://schemas.openxmlformats.org/officeDocument/2006/relationships/tags" Target="../tags/tag213.xml"/><Relationship Id="rId6" Type="http://schemas.openxmlformats.org/officeDocument/2006/relationships/tags" Target="../tags/tag218.xml"/><Relationship Id="rId11" Type="http://schemas.openxmlformats.org/officeDocument/2006/relationships/tags" Target="../tags/tag223.xml"/><Relationship Id="rId5" Type="http://schemas.openxmlformats.org/officeDocument/2006/relationships/tags" Target="../tags/tag217.xml"/><Relationship Id="rId15" Type="http://schemas.openxmlformats.org/officeDocument/2006/relationships/tags" Target="../tags/tag227.xml"/><Relationship Id="rId10" Type="http://schemas.openxmlformats.org/officeDocument/2006/relationships/tags" Target="../tags/tag222.xml"/><Relationship Id="rId19" Type="http://schemas.openxmlformats.org/officeDocument/2006/relationships/image" Target="../media/image1.jpeg"/><Relationship Id="rId4" Type="http://schemas.openxmlformats.org/officeDocument/2006/relationships/tags" Target="../tags/tag216.xml"/><Relationship Id="rId9" Type="http://schemas.openxmlformats.org/officeDocument/2006/relationships/tags" Target="../tags/tag221.xml"/><Relationship Id="rId14" Type="http://schemas.openxmlformats.org/officeDocument/2006/relationships/tags" Target="../tags/tag226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13" Type="http://schemas.openxmlformats.org/officeDocument/2006/relationships/tags" Target="../tags/tag242.xml"/><Relationship Id="rId18" Type="http://schemas.openxmlformats.org/officeDocument/2006/relationships/tags" Target="../tags/tag247.xml"/><Relationship Id="rId3" Type="http://schemas.openxmlformats.org/officeDocument/2006/relationships/tags" Target="../tags/tag232.xml"/><Relationship Id="rId21" Type="http://schemas.openxmlformats.org/officeDocument/2006/relationships/slideMaster" Target="../slideMasters/slideMaster1.xml"/><Relationship Id="rId7" Type="http://schemas.openxmlformats.org/officeDocument/2006/relationships/tags" Target="../tags/tag236.xml"/><Relationship Id="rId12" Type="http://schemas.openxmlformats.org/officeDocument/2006/relationships/tags" Target="../tags/tag241.xml"/><Relationship Id="rId17" Type="http://schemas.openxmlformats.org/officeDocument/2006/relationships/tags" Target="../tags/tag246.xml"/><Relationship Id="rId2" Type="http://schemas.openxmlformats.org/officeDocument/2006/relationships/tags" Target="../tags/tag231.xml"/><Relationship Id="rId16" Type="http://schemas.openxmlformats.org/officeDocument/2006/relationships/tags" Target="../tags/tag245.xml"/><Relationship Id="rId20" Type="http://schemas.openxmlformats.org/officeDocument/2006/relationships/tags" Target="../tags/tag249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tags" Target="../tags/tag240.xml"/><Relationship Id="rId5" Type="http://schemas.openxmlformats.org/officeDocument/2006/relationships/tags" Target="../tags/tag234.xml"/><Relationship Id="rId15" Type="http://schemas.openxmlformats.org/officeDocument/2006/relationships/tags" Target="../tags/tag244.xml"/><Relationship Id="rId10" Type="http://schemas.openxmlformats.org/officeDocument/2006/relationships/tags" Target="../tags/tag239.xml"/><Relationship Id="rId19" Type="http://schemas.openxmlformats.org/officeDocument/2006/relationships/tags" Target="../tags/tag248.xml"/><Relationship Id="rId4" Type="http://schemas.openxmlformats.org/officeDocument/2006/relationships/tags" Target="../tags/tag233.xml"/><Relationship Id="rId9" Type="http://schemas.openxmlformats.org/officeDocument/2006/relationships/tags" Target="../tags/tag238.xml"/><Relationship Id="rId14" Type="http://schemas.openxmlformats.org/officeDocument/2006/relationships/tags" Target="../tags/tag243.xml"/><Relationship Id="rId22" Type="http://schemas.openxmlformats.org/officeDocument/2006/relationships/image" Target="../media/image1.jpe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257.xml"/><Relationship Id="rId13" Type="http://schemas.openxmlformats.org/officeDocument/2006/relationships/image" Target="../media/image1.jpeg"/><Relationship Id="rId3" Type="http://schemas.openxmlformats.org/officeDocument/2006/relationships/tags" Target="../tags/tag252.xml"/><Relationship Id="rId7" Type="http://schemas.openxmlformats.org/officeDocument/2006/relationships/tags" Target="../tags/tag25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251.xml"/><Relationship Id="rId1" Type="http://schemas.openxmlformats.org/officeDocument/2006/relationships/tags" Target="../tags/tag250.xml"/><Relationship Id="rId6" Type="http://schemas.openxmlformats.org/officeDocument/2006/relationships/tags" Target="../tags/tag255.xml"/><Relationship Id="rId11" Type="http://schemas.openxmlformats.org/officeDocument/2006/relationships/tags" Target="../tags/tag260.xml"/><Relationship Id="rId5" Type="http://schemas.openxmlformats.org/officeDocument/2006/relationships/tags" Target="../tags/tag254.xml"/><Relationship Id="rId10" Type="http://schemas.openxmlformats.org/officeDocument/2006/relationships/tags" Target="../tags/tag259.xml"/><Relationship Id="rId4" Type="http://schemas.openxmlformats.org/officeDocument/2006/relationships/tags" Target="../tags/tag253.xml"/><Relationship Id="rId9" Type="http://schemas.openxmlformats.org/officeDocument/2006/relationships/tags" Target="../tags/tag258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268.xml"/><Relationship Id="rId13" Type="http://schemas.openxmlformats.org/officeDocument/2006/relationships/tags" Target="../tags/tag273.xml"/><Relationship Id="rId3" Type="http://schemas.openxmlformats.org/officeDocument/2006/relationships/tags" Target="../tags/tag263.xml"/><Relationship Id="rId7" Type="http://schemas.openxmlformats.org/officeDocument/2006/relationships/tags" Target="../tags/tag267.xml"/><Relationship Id="rId12" Type="http://schemas.openxmlformats.org/officeDocument/2006/relationships/tags" Target="../tags/tag272.xml"/><Relationship Id="rId2" Type="http://schemas.openxmlformats.org/officeDocument/2006/relationships/tags" Target="../tags/tag262.xml"/><Relationship Id="rId16" Type="http://schemas.openxmlformats.org/officeDocument/2006/relationships/image" Target="../media/image1.jpeg"/><Relationship Id="rId1" Type="http://schemas.openxmlformats.org/officeDocument/2006/relationships/tags" Target="../tags/tag261.xml"/><Relationship Id="rId6" Type="http://schemas.openxmlformats.org/officeDocument/2006/relationships/tags" Target="../tags/tag266.xml"/><Relationship Id="rId11" Type="http://schemas.openxmlformats.org/officeDocument/2006/relationships/tags" Target="../tags/tag271.xml"/><Relationship Id="rId5" Type="http://schemas.openxmlformats.org/officeDocument/2006/relationships/tags" Target="../tags/tag265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270.xml"/><Relationship Id="rId4" Type="http://schemas.openxmlformats.org/officeDocument/2006/relationships/tags" Target="../tags/tag264.xml"/><Relationship Id="rId9" Type="http://schemas.openxmlformats.org/officeDocument/2006/relationships/tags" Target="../tags/tag269.xml"/><Relationship Id="rId14" Type="http://schemas.openxmlformats.org/officeDocument/2006/relationships/tags" Target="../tags/tag274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282.xml"/><Relationship Id="rId13" Type="http://schemas.openxmlformats.org/officeDocument/2006/relationships/tags" Target="../tags/tag287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77.xml"/><Relationship Id="rId7" Type="http://schemas.openxmlformats.org/officeDocument/2006/relationships/tags" Target="../tags/tag281.xml"/><Relationship Id="rId12" Type="http://schemas.openxmlformats.org/officeDocument/2006/relationships/tags" Target="../tags/tag286.xml"/><Relationship Id="rId17" Type="http://schemas.openxmlformats.org/officeDocument/2006/relationships/tags" Target="../tags/tag291.xml"/><Relationship Id="rId2" Type="http://schemas.openxmlformats.org/officeDocument/2006/relationships/tags" Target="../tags/tag276.xml"/><Relationship Id="rId16" Type="http://schemas.openxmlformats.org/officeDocument/2006/relationships/tags" Target="../tags/tag290.xml"/><Relationship Id="rId1" Type="http://schemas.openxmlformats.org/officeDocument/2006/relationships/tags" Target="../tags/tag275.xml"/><Relationship Id="rId6" Type="http://schemas.openxmlformats.org/officeDocument/2006/relationships/tags" Target="../tags/tag280.xml"/><Relationship Id="rId11" Type="http://schemas.openxmlformats.org/officeDocument/2006/relationships/tags" Target="../tags/tag285.xml"/><Relationship Id="rId5" Type="http://schemas.openxmlformats.org/officeDocument/2006/relationships/tags" Target="../tags/tag279.xml"/><Relationship Id="rId15" Type="http://schemas.openxmlformats.org/officeDocument/2006/relationships/tags" Target="../tags/tag289.xml"/><Relationship Id="rId10" Type="http://schemas.openxmlformats.org/officeDocument/2006/relationships/tags" Target="../tags/tag284.xml"/><Relationship Id="rId19" Type="http://schemas.openxmlformats.org/officeDocument/2006/relationships/image" Target="../media/image1.jpeg"/><Relationship Id="rId4" Type="http://schemas.openxmlformats.org/officeDocument/2006/relationships/tags" Target="../tags/tag278.xml"/><Relationship Id="rId9" Type="http://schemas.openxmlformats.org/officeDocument/2006/relationships/tags" Target="../tags/tag283.xml"/><Relationship Id="rId14" Type="http://schemas.openxmlformats.org/officeDocument/2006/relationships/tags" Target="../tags/tag288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99.xml"/><Relationship Id="rId13" Type="http://schemas.openxmlformats.org/officeDocument/2006/relationships/tags" Target="../tags/tag304.xml"/><Relationship Id="rId18" Type="http://schemas.openxmlformats.org/officeDocument/2006/relationships/tags" Target="../tags/tag309.xml"/><Relationship Id="rId3" Type="http://schemas.openxmlformats.org/officeDocument/2006/relationships/tags" Target="../tags/tag294.xml"/><Relationship Id="rId21" Type="http://schemas.openxmlformats.org/officeDocument/2006/relationships/slideMaster" Target="../slideMasters/slideMaster1.xml"/><Relationship Id="rId7" Type="http://schemas.openxmlformats.org/officeDocument/2006/relationships/tags" Target="../tags/tag298.xml"/><Relationship Id="rId12" Type="http://schemas.openxmlformats.org/officeDocument/2006/relationships/tags" Target="../tags/tag303.xml"/><Relationship Id="rId17" Type="http://schemas.openxmlformats.org/officeDocument/2006/relationships/tags" Target="../tags/tag308.xml"/><Relationship Id="rId2" Type="http://schemas.openxmlformats.org/officeDocument/2006/relationships/tags" Target="../tags/tag293.xml"/><Relationship Id="rId16" Type="http://schemas.openxmlformats.org/officeDocument/2006/relationships/tags" Target="../tags/tag307.xml"/><Relationship Id="rId20" Type="http://schemas.openxmlformats.org/officeDocument/2006/relationships/tags" Target="../tags/tag311.xml"/><Relationship Id="rId1" Type="http://schemas.openxmlformats.org/officeDocument/2006/relationships/tags" Target="../tags/tag292.xml"/><Relationship Id="rId6" Type="http://schemas.openxmlformats.org/officeDocument/2006/relationships/tags" Target="../tags/tag297.xml"/><Relationship Id="rId11" Type="http://schemas.openxmlformats.org/officeDocument/2006/relationships/tags" Target="../tags/tag302.xml"/><Relationship Id="rId5" Type="http://schemas.openxmlformats.org/officeDocument/2006/relationships/tags" Target="../tags/tag296.xml"/><Relationship Id="rId15" Type="http://schemas.openxmlformats.org/officeDocument/2006/relationships/tags" Target="../tags/tag306.xml"/><Relationship Id="rId10" Type="http://schemas.openxmlformats.org/officeDocument/2006/relationships/tags" Target="../tags/tag301.xml"/><Relationship Id="rId19" Type="http://schemas.openxmlformats.org/officeDocument/2006/relationships/tags" Target="../tags/tag310.xml"/><Relationship Id="rId4" Type="http://schemas.openxmlformats.org/officeDocument/2006/relationships/tags" Target="../tags/tag295.xml"/><Relationship Id="rId9" Type="http://schemas.openxmlformats.org/officeDocument/2006/relationships/tags" Target="../tags/tag300.xml"/><Relationship Id="rId14" Type="http://schemas.openxmlformats.org/officeDocument/2006/relationships/tags" Target="../tags/tag305.xml"/><Relationship Id="rId22" Type="http://schemas.openxmlformats.org/officeDocument/2006/relationships/image" Target="../media/image1.jpe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319.xml"/><Relationship Id="rId13" Type="http://schemas.openxmlformats.org/officeDocument/2006/relationships/image" Target="../media/image7.svg"/><Relationship Id="rId18" Type="http://schemas.openxmlformats.org/officeDocument/2006/relationships/image" Target="../media/image12.png"/><Relationship Id="rId3" Type="http://schemas.openxmlformats.org/officeDocument/2006/relationships/tags" Target="../tags/tag314.xml"/><Relationship Id="rId7" Type="http://schemas.openxmlformats.org/officeDocument/2006/relationships/tags" Target="../tags/tag318.xml"/><Relationship Id="rId12" Type="http://schemas.openxmlformats.org/officeDocument/2006/relationships/image" Target="../media/image6.png"/><Relationship Id="rId17" Type="http://schemas.openxmlformats.org/officeDocument/2006/relationships/image" Target="../media/image11.svg"/><Relationship Id="rId2" Type="http://schemas.openxmlformats.org/officeDocument/2006/relationships/tags" Target="../tags/tag313.xml"/><Relationship Id="rId16" Type="http://schemas.openxmlformats.org/officeDocument/2006/relationships/image" Target="../media/image10.png"/><Relationship Id="rId20" Type="http://schemas.openxmlformats.org/officeDocument/2006/relationships/image" Target="../media/image1.jpeg"/><Relationship Id="rId1" Type="http://schemas.openxmlformats.org/officeDocument/2006/relationships/tags" Target="../tags/tag312.xml"/><Relationship Id="rId6" Type="http://schemas.openxmlformats.org/officeDocument/2006/relationships/tags" Target="../tags/tag317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316.xml"/><Relationship Id="rId15" Type="http://schemas.openxmlformats.org/officeDocument/2006/relationships/image" Target="../media/image9.svg"/><Relationship Id="rId10" Type="http://schemas.openxmlformats.org/officeDocument/2006/relationships/tags" Target="../tags/tag321.xml"/><Relationship Id="rId19" Type="http://schemas.openxmlformats.org/officeDocument/2006/relationships/image" Target="../media/image13.svg"/><Relationship Id="rId4" Type="http://schemas.openxmlformats.org/officeDocument/2006/relationships/tags" Target="../tags/tag315.xml"/><Relationship Id="rId9" Type="http://schemas.openxmlformats.org/officeDocument/2006/relationships/tags" Target="../tags/tag320.xml"/><Relationship Id="rId14" Type="http://schemas.openxmlformats.org/officeDocument/2006/relationships/image" Target="../media/image8.pn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329.xml"/><Relationship Id="rId13" Type="http://schemas.openxmlformats.org/officeDocument/2006/relationships/image" Target="../media/image7.svg"/><Relationship Id="rId18" Type="http://schemas.openxmlformats.org/officeDocument/2006/relationships/image" Target="../media/image12.png"/><Relationship Id="rId3" Type="http://schemas.openxmlformats.org/officeDocument/2006/relationships/tags" Target="../tags/tag324.xml"/><Relationship Id="rId7" Type="http://schemas.openxmlformats.org/officeDocument/2006/relationships/tags" Target="../tags/tag328.xml"/><Relationship Id="rId12" Type="http://schemas.openxmlformats.org/officeDocument/2006/relationships/image" Target="../media/image6.png"/><Relationship Id="rId17" Type="http://schemas.openxmlformats.org/officeDocument/2006/relationships/image" Target="../media/image11.svg"/><Relationship Id="rId2" Type="http://schemas.openxmlformats.org/officeDocument/2006/relationships/tags" Target="../tags/tag323.xml"/><Relationship Id="rId16" Type="http://schemas.openxmlformats.org/officeDocument/2006/relationships/image" Target="../media/image10.png"/><Relationship Id="rId20" Type="http://schemas.openxmlformats.org/officeDocument/2006/relationships/image" Target="../media/image1.jpeg"/><Relationship Id="rId1" Type="http://schemas.openxmlformats.org/officeDocument/2006/relationships/tags" Target="../tags/tag322.xml"/><Relationship Id="rId6" Type="http://schemas.openxmlformats.org/officeDocument/2006/relationships/tags" Target="../tags/tag327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326.xml"/><Relationship Id="rId15" Type="http://schemas.openxmlformats.org/officeDocument/2006/relationships/image" Target="../media/image9.svg"/><Relationship Id="rId10" Type="http://schemas.openxmlformats.org/officeDocument/2006/relationships/tags" Target="../tags/tag331.xml"/><Relationship Id="rId19" Type="http://schemas.openxmlformats.org/officeDocument/2006/relationships/image" Target="../media/image13.svg"/><Relationship Id="rId4" Type="http://schemas.openxmlformats.org/officeDocument/2006/relationships/tags" Target="../tags/tag325.xml"/><Relationship Id="rId9" Type="http://schemas.openxmlformats.org/officeDocument/2006/relationships/tags" Target="../tags/tag330.xml"/><Relationship Id="rId14" Type="http://schemas.openxmlformats.org/officeDocument/2006/relationships/image" Target="../media/image8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tags" Target="../tags/tag332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337.xml"/><Relationship Id="rId2" Type="http://schemas.openxmlformats.org/officeDocument/2006/relationships/tags" Target="../tags/tag336.xml"/><Relationship Id="rId1" Type="http://schemas.openxmlformats.org/officeDocument/2006/relationships/tags" Target="../tags/tag335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340.xml"/><Relationship Id="rId2" Type="http://schemas.openxmlformats.org/officeDocument/2006/relationships/tags" Target="../tags/tag339.xml"/><Relationship Id="rId1" Type="http://schemas.openxmlformats.org/officeDocument/2006/relationships/tags" Target="../tags/tag338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343.xml"/><Relationship Id="rId7" Type="http://schemas.openxmlformats.org/officeDocument/2006/relationships/image" Target="../media/image1.jpeg"/><Relationship Id="rId2" Type="http://schemas.openxmlformats.org/officeDocument/2006/relationships/tags" Target="../tags/tag342.xml"/><Relationship Id="rId1" Type="http://schemas.openxmlformats.org/officeDocument/2006/relationships/tags" Target="../tags/tag3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45.xml"/><Relationship Id="rId4" Type="http://schemas.openxmlformats.org/officeDocument/2006/relationships/tags" Target="../tags/tag344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353.xml"/><Relationship Id="rId3" Type="http://schemas.openxmlformats.org/officeDocument/2006/relationships/tags" Target="../tags/tag348.xml"/><Relationship Id="rId7" Type="http://schemas.openxmlformats.org/officeDocument/2006/relationships/tags" Target="../tags/tag352.xml"/><Relationship Id="rId2" Type="http://schemas.openxmlformats.org/officeDocument/2006/relationships/tags" Target="../tags/tag347.xml"/><Relationship Id="rId1" Type="http://schemas.openxmlformats.org/officeDocument/2006/relationships/tags" Target="../tags/tag346.xml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10" Type="http://schemas.openxmlformats.org/officeDocument/2006/relationships/image" Target="../media/image1.jpeg"/><Relationship Id="rId4" Type="http://schemas.openxmlformats.org/officeDocument/2006/relationships/tags" Target="../tags/tag349.xml"/><Relationship Id="rId9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361.xml"/><Relationship Id="rId3" Type="http://schemas.openxmlformats.org/officeDocument/2006/relationships/tags" Target="../tags/tag356.xml"/><Relationship Id="rId7" Type="http://schemas.openxmlformats.org/officeDocument/2006/relationships/tags" Target="../tags/tag360.xml"/><Relationship Id="rId12" Type="http://schemas.openxmlformats.org/officeDocument/2006/relationships/image" Target="../media/image1.jpeg"/><Relationship Id="rId2" Type="http://schemas.openxmlformats.org/officeDocument/2006/relationships/tags" Target="../tags/tag355.xml"/><Relationship Id="rId1" Type="http://schemas.openxmlformats.org/officeDocument/2006/relationships/tags" Target="../tags/tag354.xml"/><Relationship Id="rId6" Type="http://schemas.openxmlformats.org/officeDocument/2006/relationships/tags" Target="../tags/tag359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358.xml"/><Relationship Id="rId10" Type="http://schemas.openxmlformats.org/officeDocument/2006/relationships/tags" Target="../tags/tag363.xml"/><Relationship Id="rId4" Type="http://schemas.openxmlformats.org/officeDocument/2006/relationships/tags" Target="../tags/tag357.xml"/><Relationship Id="rId9" Type="http://schemas.openxmlformats.org/officeDocument/2006/relationships/tags" Target="../tags/tag362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371.xml"/><Relationship Id="rId13" Type="http://schemas.openxmlformats.org/officeDocument/2006/relationships/tags" Target="../tags/tag376.xml"/><Relationship Id="rId18" Type="http://schemas.openxmlformats.org/officeDocument/2006/relationships/image" Target="../media/image1.jpeg"/><Relationship Id="rId3" Type="http://schemas.openxmlformats.org/officeDocument/2006/relationships/tags" Target="../tags/tag366.xml"/><Relationship Id="rId7" Type="http://schemas.openxmlformats.org/officeDocument/2006/relationships/tags" Target="../tags/tag370.xml"/><Relationship Id="rId12" Type="http://schemas.openxmlformats.org/officeDocument/2006/relationships/tags" Target="../tags/tag375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365.xml"/><Relationship Id="rId16" Type="http://schemas.openxmlformats.org/officeDocument/2006/relationships/tags" Target="../tags/tag379.xml"/><Relationship Id="rId1" Type="http://schemas.openxmlformats.org/officeDocument/2006/relationships/tags" Target="../tags/tag364.xml"/><Relationship Id="rId6" Type="http://schemas.openxmlformats.org/officeDocument/2006/relationships/tags" Target="../tags/tag369.xml"/><Relationship Id="rId11" Type="http://schemas.openxmlformats.org/officeDocument/2006/relationships/tags" Target="../tags/tag374.xml"/><Relationship Id="rId5" Type="http://schemas.openxmlformats.org/officeDocument/2006/relationships/tags" Target="../tags/tag368.xml"/><Relationship Id="rId15" Type="http://schemas.openxmlformats.org/officeDocument/2006/relationships/tags" Target="../tags/tag378.xml"/><Relationship Id="rId10" Type="http://schemas.openxmlformats.org/officeDocument/2006/relationships/tags" Target="../tags/tag373.xml"/><Relationship Id="rId4" Type="http://schemas.openxmlformats.org/officeDocument/2006/relationships/tags" Target="../tags/tag367.xml"/><Relationship Id="rId9" Type="http://schemas.openxmlformats.org/officeDocument/2006/relationships/tags" Target="../tags/tag372.xml"/><Relationship Id="rId14" Type="http://schemas.openxmlformats.org/officeDocument/2006/relationships/tags" Target="../tags/tag377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81.xml"/><Relationship Id="rId1" Type="http://schemas.openxmlformats.org/officeDocument/2006/relationships/tags" Target="../tags/tag380.xml"/><Relationship Id="rId4" Type="http://schemas.openxmlformats.org/officeDocument/2006/relationships/image" Target="../media/image1.jpe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384.xml"/><Relationship Id="rId7" Type="http://schemas.openxmlformats.org/officeDocument/2006/relationships/image" Target="../media/image15.svg"/><Relationship Id="rId2" Type="http://schemas.openxmlformats.org/officeDocument/2006/relationships/tags" Target="../tags/tag383.xml"/><Relationship Id="rId1" Type="http://schemas.openxmlformats.org/officeDocument/2006/relationships/tags" Target="../tags/tag382.xml"/><Relationship Id="rId6" Type="http://schemas.openxmlformats.org/officeDocument/2006/relationships/image" Target="../media/image14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5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tags" Target="../tags/tag393.xml"/><Relationship Id="rId13" Type="http://schemas.openxmlformats.org/officeDocument/2006/relationships/image" Target="../media/image1.jpeg"/><Relationship Id="rId3" Type="http://schemas.openxmlformats.org/officeDocument/2006/relationships/tags" Target="../tags/tag388.xml"/><Relationship Id="rId7" Type="http://schemas.openxmlformats.org/officeDocument/2006/relationships/tags" Target="../tags/tag392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387.xml"/><Relationship Id="rId1" Type="http://schemas.openxmlformats.org/officeDocument/2006/relationships/tags" Target="../tags/tag386.xml"/><Relationship Id="rId6" Type="http://schemas.openxmlformats.org/officeDocument/2006/relationships/tags" Target="../tags/tag391.xml"/><Relationship Id="rId11" Type="http://schemas.openxmlformats.org/officeDocument/2006/relationships/tags" Target="../tags/tag396.xml"/><Relationship Id="rId5" Type="http://schemas.openxmlformats.org/officeDocument/2006/relationships/tags" Target="../tags/tag390.xml"/><Relationship Id="rId10" Type="http://schemas.openxmlformats.org/officeDocument/2006/relationships/tags" Target="../tags/tag395.xml"/><Relationship Id="rId4" Type="http://schemas.openxmlformats.org/officeDocument/2006/relationships/tags" Target="../tags/tag389.xml"/><Relationship Id="rId9" Type="http://schemas.openxmlformats.org/officeDocument/2006/relationships/tags" Target="../tags/tag394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404.xml"/><Relationship Id="rId13" Type="http://schemas.openxmlformats.org/officeDocument/2006/relationships/image" Target="../media/image1.jpeg"/><Relationship Id="rId3" Type="http://schemas.openxmlformats.org/officeDocument/2006/relationships/tags" Target="../tags/tag399.xml"/><Relationship Id="rId7" Type="http://schemas.openxmlformats.org/officeDocument/2006/relationships/tags" Target="../tags/tag40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398.xml"/><Relationship Id="rId1" Type="http://schemas.openxmlformats.org/officeDocument/2006/relationships/tags" Target="../tags/tag397.xml"/><Relationship Id="rId6" Type="http://schemas.openxmlformats.org/officeDocument/2006/relationships/tags" Target="../tags/tag402.xml"/><Relationship Id="rId11" Type="http://schemas.openxmlformats.org/officeDocument/2006/relationships/tags" Target="../tags/tag407.xml"/><Relationship Id="rId5" Type="http://schemas.openxmlformats.org/officeDocument/2006/relationships/tags" Target="../tags/tag401.xml"/><Relationship Id="rId10" Type="http://schemas.openxmlformats.org/officeDocument/2006/relationships/tags" Target="../tags/tag406.xml"/><Relationship Id="rId4" Type="http://schemas.openxmlformats.org/officeDocument/2006/relationships/tags" Target="../tags/tag400.xml"/><Relationship Id="rId9" Type="http://schemas.openxmlformats.org/officeDocument/2006/relationships/tags" Target="../tags/tag405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tags" Target="../tags/tag415.xml"/><Relationship Id="rId3" Type="http://schemas.openxmlformats.org/officeDocument/2006/relationships/tags" Target="../tags/tag410.xml"/><Relationship Id="rId7" Type="http://schemas.openxmlformats.org/officeDocument/2006/relationships/tags" Target="../tags/tag414.xml"/><Relationship Id="rId2" Type="http://schemas.openxmlformats.org/officeDocument/2006/relationships/tags" Target="../tags/tag409.xml"/><Relationship Id="rId1" Type="http://schemas.openxmlformats.org/officeDocument/2006/relationships/tags" Target="../tags/tag408.xml"/><Relationship Id="rId6" Type="http://schemas.openxmlformats.org/officeDocument/2006/relationships/tags" Target="../tags/tag413.xml"/><Relationship Id="rId5" Type="http://schemas.openxmlformats.org/officeDocument/2006/relationships/tags" Target="../tags/tag412.xml"/><Relationship Id="rId10" Type="http://schemas.openxmlformats.org/officeDocument/2006/relationships/image" Target="../media/image1.jpeg"/><Relationship Id="rId4" Type="http://schemas.openxmlformats.org/officeDocument/2006/relationships/tags" Target="../tags/tag411.xml"/><Relationship Id="rId9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1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17.xml"/><Relationship Id="rId1" Type="http://schemas.openxmlformats.org/officeDocument/2006/relationships/tags" Target="../tags/tag416.xml"/><Relationship Id="rId6" Type="http://schemas.openxmlformats.org/officeDocument/2006/relationships/tags" Target="../tags/tag421.xml"/><Relationship Id="rId5" Type="http://schemas.openxmlformats.org/officeDocument/2006/relationships/tags" Target="../tags/tag420.xml"/><Relationship Id="rId4" Type="http://schemas.openxmlformats.org/officeDocument/2006/relationships/tags" Target="../tags/tag419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429.xml"/><Relationship Id="rId3" Type="http://schemas.openxmlformats.org/officeDocument/2006/relationships/tags" Target="../tags/tag424.xml"/><Relationship Id="rId7" Type="http://schemas.openxmlformats.org/officeDocument/2006/relationships/tags" Target="../tags/tag428.xml"/><Relationship Id="rId2" Type="http://schemas.openxmlformats.org/officeDocument/2006/relationships/tags" Target="../tags/tag423.xml"/><Relationship Id="rId1" Type="http://schemas.openxmlformats.org/officeDocument/2006/relationships/tags" Target="../tags/tag422.xml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10" Type="http://schemas.openxmlformats.org/officeDocument/2006/relationships/image" Target="../media/image1.jpeg"/><Relationship Id="rId4" Type="http://schemas.openxmlformats.org/officeDocument/2006/relationships/tags" Target="../tags/tag425.xml"/><Relationship Id="rId9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tags" Target="../tags/tag437.xml"/><Relationship Id="rId3" Type="http://schemas.openxmlformats.org/officeDocument/2006/relationships/tags" Target="../tags/tag432.xml"/><Relationship Id="rId7" Type="http://schemas.openxmlformats.org/officeDocument/2006/relationships/tags" Target="../tags/tag436.xml"/><Relationship Id="rId12" Type="http://schemas.openxmlformats.org/officeDocument/2006/relationships/image" Target="../media/image1.jpeg"/><Relationship Id="rId2" Type="http://schemas.openxmlformats.org/officeDocument/2006/relationships/tags" Target="../tags/tag431.xml"/><Relationship Id="rId1" Type="http://schemas.openxmlformats.org/officeDocument/2006/relationships/tags" Target="../tags/tag430.xml"/><Relationship Id="rId6" Type="http://schemas.openxmlformats.org/officeDocument/2006/relationships/tags" Target="../tags/tag435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34.xml"/><Relationship Id="rId10" Type="http://schemas.openxmlformats.org/officeDocument/2006/relationships/tags" Target="../tags/tag439.xml"/><Relationship Id="rId4" Type="http://schemas.openxmlformats.org/officeDocument/2006/relationships/tags" Target="../tags/tag433.xml"/><Relationship Id="rId9" Type="http://schemas.openxmlformats.org/officeDocument/2006/relationships/tags" Target="../tags/tag438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tags" Target="../tags/tag447.xml"/><Relationship Id="rId3" Type="http://schemas.openxmlformats.org/officeDocument/2006/relationships/tags" Target="../tags/tag442.xml"/><Relationship Id="rId7" Type="http://schemas.openxmlformats.org/officeDocument/2006/relationships/tags" Target="../tags/tag446.xml"/><Relationship Id="rId2" Type="http://schemas.openxmlformats.org/officeDocument/2006/relationships/tags" Target="../tags/tag441.xml"/><Relationship Id="rId1" Type="http://schemas.openxmlformats.org/officeDocument/2006/relationships/tags" Target="../tags/tag440.xml"/><Relationship Id="rId6" Type="http://schemas.openxmlformats.org/officeDocument/2006/relationships/tags" Target="../tags/tag445.xml"/><Relationship Id="rId5" Type="http://schemas.openxmlformats.org/officeDocument/2006/relationships/tags" Target="../tags/tag444.xml"/><Relationship Id="rId10" Type="http://schemas.openxmlformats.org/officeDocument/2006/relationships/image" Target="../media/image1.jpeg"/><Relationship Id="rId4" Type="http://schemas.openxmlformats.org/officeDocument/2006/relationships/tags" Target="../tags/tag443.xml"/><Relationship Id="rId9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9.xml"/><Relationship Id="rId1" Type="http://schemas.openxmlformats.org/officeDocument/2006/relationships/tags" Target="../tags/tag448.xml"/><Relationship Id="rId6" Type="http://schemas.openxmlformats.org/officeDocument/2006/relationships/tags" Target="../tags/tag453.xml"/><Relationship Id="rId5" Type="http://schemas.openxmlformats.org/officeDocument/2006/relationships/tags" Target="../tags/tag452.xml"/><Relationship Id="rId4" Type="http://schemas.openxmlformats.org/officeDocument/2006/relationships/tags" Target="../tags/tag45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456.xml"/><Relationship Id="rId7" Type="http://schemas.openxmlformats.org/officeDocument/2006/relationships/image" Target="../media/image1.jpeg"/><Relationship Id="rId2" Type="http://schemas.openxmlformats.org/officeDocument/2006/relationships/tags" Target="../tags/tag455.xml"/><Relationship Id="rId1" Type="http://schemas.openxmlformats.org/officeDocument/2006/relationships/tags" Target="../tags/tag454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459.xml"/><Relationship Id="rId2" Type="http://schemas.openxmlformats.org/officeDocument/2006/relationships/tags" Target="../tags/tag458.xml"/><Relationship Id="rId1" Type="http://schemas.openxmlformats.org/officeDocument/2006/relationships/tags" Target="../tags/tag457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tags" Target="../tags/tag46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62.xml"/><Relationship Id="rId7" Type="http://schemas.openxmlformats.org/officeDocument/2006/relationships/tags" Target="../tags/tag466.xml"/><Relationship Id="rId12" Type="http://schemas.openxmlformats.org/officeDocument/2006/relationships/tags" Target="../tags/tag471.xml"/><Relationship Id="rId2" Type="http://schemas.openxmlformats.org/officeDocument/2006/relationships/tags" Target="../tags/tag461.xml"/><Relationship Id="rId1" Type="http://schemas.openxmlformats.org/officeDocument/2006/relationships/tags" Target="../tags/tag460.xml"/><Relationship Id="rId6" Type="http://schemas.openxmlformats.org/officeDocument/2006/relationships/tags" Target="../tags/tag465.xml"/><Relationship Id="rId11" Type="http://schemas.openxmlformats.org/officeDocument/2006/relationships/tags" Target="../tags/tag470.xml"/><Relationship Id="rId5" Type="http://schemas.openxmlformats.org/officeDocument/2006/relationships/tags" Target="../tags/tag464.xml"/><Relationship Id="rId10" Type="http://schemas.openxmlformats.org/officeDocument/2006/relationships/tags" Target="../tags/tag469.xml"/><Relationship Id="rId4" Type="http://schemas.openxmlformats.org/officeDocument/2006/relationships/tags" Target="../tags/tag463.xml"/><Relationship Id="rId9" Type="http://schemas.openxmlformats.org/officeDocument/2006/relationships/tags" Target="../tags/tag468.xml"/><Relationship Id="rId14" Type="http://schemas.openxmlformats.org/officeDocument/2006/relationships/image" Target="../media/image1.jpe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tags" Target="../tags/tag474.xml"/><Relationship Id="rId2" Type="http://schemas.openxmlformats.org/officeDocument/2006/relationships/tags" Target="../tags/tag473.xml"/><Relationship Id="rId1" Type="http://schemas.openxmlformats.org/officeDocument/2006/relationships/tags" Target="../tags/tag472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477.xml"/><Relationship Id="rId2" Type="http://schemas.openxmlformats.org/officeDocument/2006/relationships/tags" Target="../tags/tag476.xml"/><Relationship Id="rId1" Type="http://schemas.openxmlformats.org/officeDocument/2006/relationships/tags" Target="../tags/tag475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480.xml"/><Relationship Id="rId2" Type="http://schemas.openxmlformats.org/officeDocument/2006/relationships/tags" Target="../tags/tag479.xml"/><Relationship Id="rId1" Type="http://schemas.openxmlformats.org/officeDocument/2006/relationships/tags" Target="../tags/tag478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tags" Target="../tags/tag483.xml"/><Relationship Id="rId2" Type="http://schemas.openxmlformats.org/officeDocument/2006/relationships/tags" Target="../tags/tag482.xml"/><Relationship Id="rId1" Type="http://schemas.openxmlformats.org/officeDocument/2006/relationships/tags" Target="../tags/tag481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tags" Target="../tags/tag486.xml"/><Relationship Id="rId2" Type="http://schemas.openxmlformats.org/officeDocument/2006/relationships/tags" Target="../tags/tag485.xml"/><Relationship Id="rId1" Type="http://schemas.openxmlformats.org/officeDocument/2006/relationships/tags" Target="../tags/tag484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87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tags" Target="../tags/tag490.xml"/><Relationship Id="rId2" Type="http://schemas.openxmlformats.org/officeDocument/2006/relationships/tags" Target="../tags/tag489.xml"/><Relationship Id="rId1" Type="http://schemas.openxmlformats.org/officeDocument/2006/relationships/tags" Target="../tags/tag488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93.xml"/><Relationship Id="rId1" Type="http://schemas.openxmlformats.org/officeDocument/2006/relationships/tags" Target="../tags/tag492.xml"/><Relationship Id="rId6" Type="http://schemas.openxmlformats.org/officeDocument/2006/relationships/image" Target="../media/image1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CA32CA4-EF20-2F63-9BE9-B80A082B91E2}"/>
              </a:ext>
            </a:extLst>
          </p:cNvPr>
          <p:cNvSpPr/>
          <p:nvPr userDrawn="1"/>
        </p:nvSpPr>
        <p:spPr>
          <a:xfrm rot="10800000" flipH="1"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0DBFC-0DF8-5936-773E-1B834D2CD71E}"/>
              </a:ext>
            </a:extLst>
          </p:cNvPr>
          <p:cNvSpPr/>
          <p:nvPr userDrawn="1"/>
        </p:nvSpPr>
        <p:spPr>
          <a:xfrm flipH="1">
            <a:off x="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Name Date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89220" y="4059966"/>
            <a:ext cx="3479986" cy="1384995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9220" y="1332509"/>
            <a:ext cx="5290782" cy="2511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0B80D7E-92DE-8479-7383-4023066FE34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859713" y="584201"/>
            <a:ext cx="3747198" cy="5689599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DEA465-5470-F02D-0A0A-ABD4E0BA0168}"/>
              </a:ext>
            </a:extLst>
          </p:cNvPr>
          <p:cNvCxnSpPr>
            <a:cxnSpLocks/>
          </p:cNvCxnSpPr>
          <p:nvPr userDrawn="1"/>
        </p:nvCxnSpPr>
        <p:spPr>
          <a:xfrm>
            <a:off x="7634238" y="0"/>
            <a:ext cx="0" cy="6858000"/>
          </a:xfrm>
          <a:prstGeom prst="line">
            <a:avLst/>
          </a:prstGeom>
          <a:ln w="12700" cap="sq">
            <a:solidFill>
              <a:schemeClr val="tx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lipse">
            <a:extLst>
              <a:ext uri="{FF2B5EF4-FFF2-40B4-BE49-F238E27FC236}">
                <a16:creationId xmlns:a16="http://schemas.microsoft.com/office/drawing/2014/main" id="{E44000D5-D26C-7DA7-6F98-A7122177E4AB}"/>
              </a:ext>
            </a:extLst>
          </p:cNvPr>
          <p:cNvSpPr/>
          <p:nvPr userDrawn="1"/>
        </p:nvSpPr>
        <p:spPr>
          <a:xfrm>
            <a:off x="591185" y="6169610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8014A2F8-0317-2BB1-111E-CEEC2C34BEB7}"/>
              </a:ext>
            </a:extLst>
          </p:cNvPr>
          <p:cNvSpPr/>
          <p:nvPr userDrawn="1"/>
        </p:nvSpPr>
        <p:spPr>
          <a:xfrm>
            <a:off x="915085" y="6169610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Ellipse">
            <a:extLst>
              <a:ext uri="{FF2B5EF4-FFF2-40B4-BE49-F238E27FC236}">
                <a16:creationId xmlns:a16="http://schemas.microsoft.com/office/drawing/2014/main" id="{B9C1DAA4-9CA1-E143-F728-7B894715B719}"/>
              </a:ext>
            </a:extLst>
          </p:cNvPr>
          <p:cNvSpPr/>
          <p:nvPr userDrawn="1"/>
        </p:nvSpPr>
        <p:spPr>
          <a:xfrm>
            <a:off x="1238985" y="6169610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B61EC447-9B32-4520-4F76-F92464CFA64E}"/>
              </a:ext>
            </a:extLst>
          </p:cNvPr>
          <p:cNvSpPr/>
          <p:nvPr userDrawn="1"/>
        </p:nvSpPr>
        <p:spPr>
          <a:xfrm rot="5400000">
            <a:off x="10673939" y="5339939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19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D675DC-32A5-52AA-34F8-7700445C3FAF}"/>
              </a:ext>
            </a:extLst>
          </p:cNvPr>
          <p:cNvSpPr/>
          <p:nvPr userDrawn="1"/>
        </p:nvSpPr>
        <p:spPr>
          <a:xfrm rot="10800000" flipH="1"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E8A8ED-9266-7B31-2A45-E772053C8F23}"/>
              </a:ext>
            </a:extLst>
          </p:cNvPr>
          <p:cNvSpPr/>
          <p:nvPr userDrawn="1"/>
        </p:nvSpPr>
        <p:spPr>
          <a:xfrm flipH="1">
            <a:off x="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Name Date Placeholder">
            <a:extLst>
              <a:ext uri="{FF2B5EF4-FFF2-40B4-BE49-F238E27FC236}">
                <a16:creationId xmlns:a16="http://schemas.microsoft.com/office/drawing/2014/main" id="{91AF14E8-371D-4CF4-0891-B0A4474F9B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2489BB3-5775-4E45-1A64-F8D58B087872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89220" y="4059966"/>
            <a:ext cx="3479986" cy="1384995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69D40943-24AF-F115-7C48-E4F1B8706F0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9220" y="1332509"/>
            <a:ext cx="5290782" cy="2511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0079D55-498C-22F9-B4EC-69E109218562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FD19593-26E3-869C-62EC-224A026A91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9EFA42-8680-3BE2-B48F-562519FA471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99EEF31-07B8-2FAF-E42E-A4F5FDAE2B7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Ellipse">
            <a:extLst>
              <a:ext uri="{FF2B5EF4-FFF2-40B4-BE49-F238E27FC236}">
                <a16:creationId xmlns:a16="http://schemas.microsoft.com/office/drawing/2014/main" id="{56BAF7B0-9332-7A5C-0708-1095B6326BE0}"/>
              </a:ext>
            </a:extLst>
          </p:cNvPr>
          <p:cNvSpPr/>
          <p:nvPr userDrawn="1"/>
        </p:nvSpPr>
        <p:spPr>
          <a:xfrm>
            <a:off x="591185" y="6169610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81CEA8FF-CEBC-8334-484C-FFF250C75A38}"/>
              </a:ext>
            </a:extLst>
          </p:cNvPr>
          <p:cNvSpPr/>
          <p:nvPr userDrawn="1"/>
        </p:nvSpPr>
        <p:spPr>
          <a:xfrm>
            <a:off x="915085" y="6169610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Ellipse">
            <a:extLst>
              <a:ext uri="{FF2B5EF4-FFF2-40B4-BE49-F238E27FC236}">
                <a16:creationId xmlns:a16="http://schemas.microsoft.com/office/drawing/2014/main" id="{000B9704-C5ED-41C1-C301-72BC077E82F3}"/>
              </a:ext>
            </a:extLst>
          </p:cNvPr>
          <p:cNvSpPr/>
          <p:nvPr userDrawn="1"/>
        </p:nvSpPr>
        <p:spPr>
          <a:xfrm>
            <a:off x="1238985" y="6169610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57EB75FE-1B7E-AEA5-C6A2-1446373A135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859713" y="581909"/>
            <a:ext cx="3747198" cy="5691891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4A1FD8F-724F-0710-DAF3-8E1DF6AAB2E9}"/>
              </a:ext>
            </a:extLst>
          </p:cNvPr>
          <p:cNvCxnSpPr>
            <a:cxnSpLocks/>
          </p:cNvCxnSpPr>
          <p:nvPr userDrawn="1"/>
        </p:nvCxnSpPr>
        <p:spPr>
          <a:xfrm>
            <a:off x="7634238" y="0"/>
            <a:ext cx="0" cy="6858000"/>
          </a:xfrm>
          <a:prstGeom prst="line">
            <a:avLst/>
          </a:prstGeom>
          <a:ln w="12700" cap="sq">
            <a:solidFill>
              <a:schemeClr val="tx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Arc 37">
            <a:extLst>
              <a:ext uri="{FF2B5EF4-FFF2-40B4-BE49-F238E27FC236}">
                <a16:creationId xmlns:a16="http://schemas.microsoft.com/office/drawing/2014/main" id="{E17FB59E-3C88-7BBF-F6A5-C0320C854915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65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CA32CA4-EF20-2F63-9BE9-B80A082B91E2}"/>
              </a:ext>
            </a:extLst>
          </p:cNvPr>
          <p:cNvSpPr/>
          <p:nvPr userDrawn="1"/>
        </p:nvSpPr>
        <p:spPr>
          <a:xfrm rot="10800000" flipH="1"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0DBFC-0DF8-5936-773E-1B834D2CD71E}"/>
              </a:ext>
            </a:extLst>
          </p:cNvPr>
          <p:cNvSpPr/>
          <p:nvPr userDrawn="1"/>
        </p:nvSpPr>
        <p:spPr>
          <a:xfrm flipH="1">
            <a:off x="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Name Date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75613" y="4668995"/>
            <a:ext cx="3529012" cy="1384995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9220" y="1332509"/>
            <a:ext cx="5398830" cy="2511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Ellipse">
            <a:extLst>
              <a:ext uri="{FF2B5EF4-FFF2-40B4-BE49-F238E27FC236}">
                <a16:creationId xmlns:a16="http://schemas.microsoft.com/office/drawing/2014/main" id="{2DDA9A2F-8430-524F-CAD4-A0431DD07C9B}"/>
              </a:ext>
            </a:extLst>
          </p:cNvPr>
          <p:cNvSpPr/>
          <p:nvPr userDrawn="1"/>
        </p:nvSpPr>
        <p:spPr>
          <a:xfrm>
            <a:off x="589220" y="6169610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14CB9E89-B938-3752-1A72-DC6881E8024D}"/>
              </a:ext>
            </a:extLst>
          </p:cNvPr>
          <p:cNvSpPr/>
          <p:nvPr userDrawn="1"/>
        </p:nvSpPr>
        <p:spPr>
          <a:xfrm>
            <a:off x="913120" y="6169610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66097229-299A-F24B-C401-D37DD532C42F}"/>
              </a:ext>
            </a:extLst>
          </p:cNvPr>
          <p:cNvSpPr/>
          <p:nvPr userDrawn="1"/>
        </p:nvSpPr>
        <p:spPr>
          <a:xfrm>
            <a:off x="1237020" y="6169610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00E8BB-3A90-E81B-81D5-A7BD898ACBEF}"/>
              </a:ext>
            </a:extLst>
          </p:cNvPr>
          <p:cNvGrpSpPr/>
          <p:nvPr userDrawn="1"/>
        </p:nvGrpSpPr>
        <p:grpSpPr>
          <a:xfrm>
            <a:off x="1666754" y="6189980"/>
            <a:ext cx="9934062" cy="175260"/>
            <a:chOff x="-7307067" y="6004560"/>
            <a:chExt cx="9934062" cy="17526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1D5E64D-1C20-F718-C27C-EB8FCE6C741B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77A05D-27D1-6221-F961-13189DEA541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62E7EDAA-D54B-3ED1-A543-2779C23BA0E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EE63B58-69EE-217B-64EE-C01BBE3884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7307067" y="6092190"/>
              <a:ext cx="993406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Arc 24">
            <a:extLst>
              <a:ext uri="{FF2B5EF4-FFF2-40B4-BE49-F238E27FC236}">
                <a16:creationId xmlns:a16="http://schemas.microsoft.com/office/drawing/2014/main" id="{EF3F3FB8-E312-DB40-7CB3-DBB0ACF5FF64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5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4000D1-A58D-9D77-C149-9240669CF896}"/>
              </a:ext>
            </a:extLst>
          </p:cNvPr>
          <p:cNvSpPr/>
          <p:nvPr userDrawn="1"/>
        </p:nvSpPr>
        <p:spPr>
          <a:xfrm>
            <a:off x="5334000" y="1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6339402" y="2738861"/>
            <a:ext cx="5263378" cy="1384995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9220" y="2175630"/>
            <a:ext cx="5398828" cy="251145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1D2C4B51-486D-9D5E-25E7-B8CF06269277}"/>
              </a:ext>
            </a:extLst>
          </p:cNvPr>
          <p:cNvSpPr/>
          <p:nvPr userDrawn="1"/>
        </p:nvSpPr>
        <p:spPr>
          <a:xfrm>
            <a:off x="10740825" y="1217295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Ellipse">
            <a:extLst>
              <a:ext uri="{FF2B5EF4-FFF2-40B4-BE49-F238E27FC236}">
                <a16:creationId xmlns:a16="http://schemas.microsoft.com/office/drawing/2014/main" id="{B320E666-7265-84E5-C789-042850EFD799}"/>
              </a:ext>
            </a:extLst>
          </p:cNvPr>
          <p:cNvSpPr/>
          <p:nvPr userDrawn="1"/>
        </p:nvSpPr>
        <p:spPr>
          <a:xfrm>
            <a:off x="11064725" y="121729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Ellipse">
            <a:extLst>
              <a:ext uri="{FF2B5EF4-FFF2-40B4-BE49-F238E27FC236}">
                <a16:creationId xmlns:a16="http://schemas.microsoft.com/office/drawing/2014/main" id="{224BED04-8B01-C82C-A1CB-1DA9D1C65F7C}"/>
              </a:ext>
            </a:extLst>
          </p:cNvPr>
          <p:cNvSpPr/>
          <p:nvPr userDrawn="1"/>
        </p:nvSpPr>
        <p:spPr>
          <a:xfrm>
            <a:off x="11388625" y="121729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238E1F-B5EF-310D-D93B-6AA12A449868}"/>
              </a:ext>
            </a:extLst>
          </p:cNvPr>
          <p:cNvGrpSpPr/>
          <p:nvPr userDrawn="1"/>
        </p:nvGrpSpPr>
        <p:grpSpPr>
          <a:xfrm>
            <a:off x="589220" y="6192493"/>
            <a:ext cx="11015405" cy="175260"/>
            <a:chOff x="-8388410" y="6004560"/>
            <a:chExt cx="11015405" cy="17526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C3586B2-D397-69A4-3235-FF5AB24AA781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C0C1DA7-33B4-D44F-6194-618F877C56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EE9441D-6839-BD6A-809C-2836DAF895A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2141032-40AE-5B5D-4B57-6AFDD63CB28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88410" y="6092190"/>
              <a:ext cx="1101540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709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0CC203-7BE5-8A9B-0B35-F8A22FAD0E31}"/>
              </a:ext>
            </a:extLst>
          </p:cNvPr>
          <p:cNvSpPr/>
          <p:nvPr userDrawn="1"/>
        </p:nvSpPr>
        <p:spPr>
          <a:xfrm>
            <a:off x="5334000" y="1"/>
            <a:ext cx="6858000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589220" y="4867544"/>
            <a:ext cx="5131617" cy="1384995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51B45A-916E-56E2-C89F-212678C6C603}"/>
              </a:ext>
            </a:extLst>
          </p:cNvPr>
          <p:cNvCxnSpPr>
            <a:cxnSpLocks/>
          </p:cNvCxnSpPr>
          <p:nvPr userDrawn="1"/>
        </p:nvCxnSpPr>
        <p:spPr>
          <a:xfrm>
            <a:off x="9012238" y="0"/>
            <a:ext cx="0" cy="6858000"/>
          </a:xfrm>
          <a:prstGeom prst="line">
            <a:avLst/>
          </a:prstGeom>
          <a:ln w="12700" cap="sq">
            <a:solidFill>
              <a:schemeClr val="tx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9220" y="1332509"/>
            <a:ext cx="5398828" cy="2511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558D2522-44DE-F20C-1215-929EC72DD76D}"/>
              </a:ext>
            </a:extLst>
          </p:cNvPr>
          <p:cNvSpPr/>
          <p:nvPr userDrawn="1"/>
        </p:nvSpPr>
        <p:spPr>
          <a:xfrm rot="5400000">
            <a:off x="10673939" y="5339939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06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0CC203-7BE5-8A9B-0B35-F8A22FAD0E31}"/>
              </a:ext>
            </a:extLst>
          </p:cNvPr>
          <p:cNvSpPr/>
          <p:nvPr userDrawn="1"/>
        </p:nvSpPr>
        <p:spPr>
          <a:xfrm rot="16200000">
            <a:off x="5334000" y="1"/>
            <a:ext cx="6858000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Arc 8">
            <a:extLst>
              <a:ext uri="{FF2B5EF4-FFF2-40B4-BE49-F238E27FC236}">
                <a16:creationId xmlns:a16="http://schemas.microsoft.com/office/drawing/2014/main" id="{11CA449D-6086-CF8F-50F8-A177904774D6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997DF897-2DD2-C53D-6191-90BFABBACE87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6339402" y="2738861"/>
            <a:ext cx="5263378" cy="1384995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4" name="Title Placeholder">
            <a:extLst>
              <a:ext uri="{FF2B5EF4-FFF2-40B4-BE49-F238E27FC236}">
                <a16:creationId xmlns:a16="http://schemas.microsoft.com/office/drawing/2014/main" id="{FEA11777-A048-C30E-BAEA-C9EB0D97B5F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9220" y="2175630"/>
            <a:ext cx="5398828" cy="251145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11F5048-F918-8750-8B5C-6500DD9D0838}"/>
              </a:ext>
            </a:extLst>
          </p:cNvPr>
          <p:cNvGrpSpPr/>
          <p:nvPr userDrawn="1"/>
        </p:nvGrpSpPr>
        <p:grpSpPr>
          <a:xfrm>
            <a:off x="589220" y="6192493"/>
            <a:ext cx="11015405" cy="175260"/>
            <a:chOff x="-8388410" y="6004560"/>
            <a:chExt cx="11015405" cy="17526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FAB8484-B625-CEE1-8CA7-ABB2C03AFA6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0CC52DF-B7B7-A534-EE11-A00C38544CA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0E84CC4-227C-B5CA-D2C1-7C1C8699A5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22BC337-8746-F1D3-797B-09B5D3965F4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88410" y="6092190"/>
              <a:ext cx="1101540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39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1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9FE35-3059-C770-C77C-8641104A4F91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4" y="3033166"/>
            <a:ext cx="5163067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539882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4" y="3587164"/>
            <a:ext cx="5163067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F68E0913-6D1C-BE00-8A28-8B60802F27F4}"/>
              </a:ext>
            </a:extLst>
          </p:cNvPr>
          <p:cNvSpPr/>
          <p:nvPr userDrawn="1"/>
        </p:nvSpPr>
        <p:spPr>
          <a:xfrm>
            <a:off x="10673939" y="1910939"/>
            <a:ext cx="3036122" cy="3036122"/>
          </a:xfrm>
          <a:prstGeom prst="arc">
            <a:avLst>
              <a:gd name="adj1" fmla="val 5405943"/>
              <a:gd name="adj2" fmla="val 1619508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6E929D5-D6B9-D128-3C6A-449ED3E885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085773" y="584200"/>
            <a:ext cx="3531298" cy="5689600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8FBDAB2-824C-8CC5-79D5-D4AE0DDF4B89}"/>
              </a:ext>
            </a:extLst>
          </p:cNvPr>
          <p:cNvCxnSpPr>
            <a:cxnSpLocks/>
          </p:cNvCxnSpPr>
          <p:nvPr userDrawn="1"/>
        </p:nvCxnSpPr>
        <p:spPr>
          <a:xfrm>
            <a:off x="7859713" y="0"/>
            <a:ext cx="0" cy="6858000"/>
          </a:xfrm>
          <a:prstGeom prst="line">
            <a:avLst/>
          </a:prstGeom>
          <a:ln w="12700" cap="sq">
            <a:solidFill>
              <a:schemeClr val="tx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320597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9380" y="6192493"/>
            <a:ext cx="2580383" cy="175260"/>
            <a:chOff x="46612" y="6004560"/>
            <a:chExt cx="2580383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6612" y="6092190"/>
              <a:ext cx="25803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2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1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AE9FE35-3059-C770-C77C-8641104A4F91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3775D7CA-D66B-8A55-693A-F65B8CB3B884}"/>
              </a:ext>
            </a:extLst>
          </p:cNvPr>
          <p:cNvSpPr/>
          <p:nvPr userDrawn="1"/>
        </p:nvSpPr>
        <p:spPr>
          <a:xfrm rot="10800000">
            <a:off x="-1518061" y="5339939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6002404" y="3033166"/>
            <a:ext cx="5364112" cy="553998"/>
          </a:xfrm>
        </p:spPr>
        <p:txBody>
          <a:bodyPr wrap="square" lIns="144000" tIns="0" rIns="216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786959" y="1325295"/>
            <a:ext cx="5579556" cy="1255728"/>
          </a:xfrm>
          <a:prstGeom prst="rect">
            <a:avLst/>
          </a:prstGeom>
        </p:spPr>
        <p:txBody>
          <a:bodyPr vert="horz" wrap="square" lIns="0" tIns="0" rIns="21600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6002403" y="3587164"/>
            <a:ext cx="5364000" cy="2153332"/>
          </a:xfrm>
        </p:spPr>
        <p:txBody>
          <a:bodyPr lIns="144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6E929D5-D6B9-D128-3C6A-449ED3E885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99379" y="1304924"/>
            <a:ext cx="4747735" cy="4968875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770147" y="320597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AB59CC7-C75D-69C9-D4A4-4C18FDFF2937}"/>
              </a:ext>
            </a:extLst>
          </p:cNvPr>
          <p:cNvCxnSpPr>
            <a:cxnSpLocks/>
          </p:cNvCxnSpPr>
          <p:nvPr userDrawn="1"/>
        </p:nvCxnSpPr>
        <p:spPr>
          <a:xfrm>
            <a:off x="11604625" y="0"/>
            <a:ext cx="0" cy="6858000"/>
          </a:xfrm>
          <a:prstGeom prst="line">
            <a:avLst/>
          </a:prstGeom>
          <a:ln w="12700" cap="sq">
            <a:solidFill>
              <a:schemeClr val="tx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76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1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9FE35-3059-C770-C77C-8641104A4F91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4" y="3033166"/>
            <a:ext cx="5163067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539882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4" y="3587164"/>
            <a:ext cx="5163067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F68E0913-6D1C-BE00-8A28-8B60802F27F4}"/>
              </a:ext>
            </a:extLst>
          </p:cNvPr>
          <p:cNvSpPr/>
          <p:nvPr userDrawn="1"/>
        </p:nvSpPr>
        <p:spPr>
          <a:xfrm>
            <a:off x="10673939" y="1910939"/>
            <a:ext cx="3036122" cy="3036122"/>
          </a:xfrm>
          <a:prstGeom prst="arc">
            <a:avLst>
              <a:gd name="adj1" fmla="val 5405943"/>
              <a:gd name="adj2" fmla="val 1619508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6E929D5-D6B9-D128-3C6A-449ED3E885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085773" y="584200"/>
            <a:ext cx="3531298" cy="5689600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8FBDAB2-824C-8CC5-79D5-D4AE0DDF4B89}"/>
              </a:ext>
            </a:extLst>
          </p:cNvPr>
          <p:cNvCxnSpPr>
            <a:cxnSpLocks/>
          </p:cNvCxnSpPr>
          <p:nvPr userDrawn="1"/>
        </p:nvCxnSpPr>
        <p:spPr>
          <a:xfrm>
            <a:off x="7859713" y="0"/>
            <a:ext cx="0" cy="6858000"/>
          </a:xfrm>
          <a:prstGeom prst="line">
            <a:avLst/>
          </a:prstGeom>
          <a:ln w="12700" cap="sq">
            <a:solidFill>
              <a:schemeClr val="tx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320597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9380" y="6192493"/>
            <a:ext cx="2580383" cy="175260"/>
            <a:chOff x="46612" y="6004560"/>
            <a:chExt cx="2580383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6612" y="6092190"/>
              <a:ext cx="25803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835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2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8DE4B48-717F-E6E5-D7E3-401B685DCD91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9FE35-3059-C770-C77C-8641104A4F91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5" y="3033166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560457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5" y="3587164"/>
            <a:ext cx="3301564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6E929D5-D6B9-D128-3C6A-449ED3E885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302073" y="584200"/>
            <a:ext cx="3314998" cy="5689600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3205975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9380" y="6192493"/>
            <a:ext cx="7260333" cy="175260"/>
            <a:chOff x="-4633338" y="6004560"/>
            <a:chExt cx="7260333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4633338" y="6092190"/>
              <a:ext cx="726033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4564545" y="3033166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4564545" y="3587164"/>
            <a:ext cx="3301564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4332288" y="320597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2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8DE4B48-717F-E6E5-D7E3-401B685DCD91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9FE35-3059-C770-C77C-8641104A4F91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4" y="3033166"/>
            <a:ext cx="5173225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819695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4" y="3587164"/>
            <a:ext cx="5173225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3205975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1185" y="6192493"/>
            <a:ext cx="11017380" cy="175260"/>
            <a:chOff x="-8390385" y="6004560"/>
            <a:chExt cx="11017380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90385" y="6092190"/>
              <a:ext cx="110173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6436207" y="3033166"/>
            <a:ext cx="5172358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6436207" y="3587164"/>
            <a:ext cx="5172358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6203950" y="320597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03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2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 flipH="1">
            <a:off x="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9FE35-3059-C770-C77C-8641104A4F91}"/>
              </a:ext>
            </a:extLst>
          </p:cNvPr>
          <p:cNvSpPr/>
          <p:nvPr userDrawn="1"/>
        </p:nvSpPr>
        <p:spPr>
          <a:xfrm rot="10800000" flipH="1"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4" y="3033166"/>
            <a:ext cx="5173225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819695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4" y="3587164"/>
            <a:ext cx="5173225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3205975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1185" y="6192493"/>
            <a:ext cx="11017380" cy="175260"/>
            <a:chOff x="-8390385" y="6004560"/>
            <a:chExt cx="11017380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90385" y="6092190"/>
              <a:ext cx="110173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6436207" y="3033166"/>
            <a:ext cx="5172358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6436207" y="3587164"/>
            <a:ext cx="5172358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6203950" y="320597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5BDD0A48-EEBD-2C5E-80AA-B446010D1E45}"/>
              </a:ext>
            </a:extLst>
          </p:cNvPr>
          <p:cNvSpPr/>
          <p:nvPr userDrawn="1"/>
        </p:nvSpPr>
        <p:spPr>
          <a:xfrm rot="16200000">
            <a:off x="9012238" y="-1294167"/>
            <a:ext cx="2593151" cy="2593151"/>
          </a:xfrm>
          <a:prstGeom prst="arc">
            <a:avLst>
              <a:gd name="adj1" fmla="val 5405943"/>
              <a:gd name="adj2" fmla="val 1621157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96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3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533400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5" y="3033166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819695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5" y="3587164"/>
            <a:ext cx="3301564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3205975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1185" y="6192493"/>
            <a:ext cx="11001436" cy="175260"/>
            <a:chOff x="-8374441" y="6004560"/>
            <a:chExt cx="11001436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74441" y="6092190"/>
              <a:ext cx="1100143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4564545" y="3033166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4564545" y="3587164"/>
            <a:ext cx="3301564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4332288" y="320597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Subtitle Placeholder 3">
            <a:extLst>
              <a:ext uri="{FF2B5EF4-FFF2-40B4-BE49-F238E27FC236}">
                <a16:creationId xmlns:a16="http://schemas.microsoft.com/office/drawing/2014/main" id="{F418AD38-36F3-F5C3-D32C-2805AF81AEDA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8303061" y="3033166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10830F5-B11F-E2C7-D161-6F995EF788F2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8303061" y="3587164"/>
            <a:ext cx="3301564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9889E7B1-AE64-C061-F463-B62E263F9C3D}"/>
              </a:ext>
            </a:extLst>
          </p:cNvPr>
          <p:cNvSpPr/>
          <p:nvPr userDrawn="1"/>
        </p:nvSpPr>
        <p:spPr>
          <a:xfrm>
            <a:off x="8070804" y="320597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C6943C4E-10B7-803A-1D80-E0385AF5AC2F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09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3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BF06C5-C734-0D5C-D7AE-3E785FC18696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D1D2C6-65CC-A183-8535-526E20ABBBF9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8DE4B48-717F-E6E5-D7E3-401B685DCD91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5" y="3033166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819695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5" y="3587164"/>
            <a:ext cx="3301564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3205975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1185" y="6192493"/>
            <a:ext cx="11001436" cy="175260"/>
            <a:chOff x="-8374441" y="6004560"/>
            <a:chExt cx="11001436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74441" y="6092190"/>
              <a:ext cx="1100143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4564545" y="3033166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4564545" y="3587164"/>
            <a:ext cx="3301564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4332288" y="320597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Subtitle Placeholder 3">
            <a:extLst>
              <a:ext uri="{FF2B5EF4-FFF2-40B4-BE49-F238E27FC236}">
                <a16:creationId xmlns:a16="http://schemas.microsoft.com/office/drawing/2014/main" id="{F418AD38-36F3-F5C3-D32C-2805AF81AEDA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8303061" y="3033166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10830F5-B11F-E2C7-D161-6F995EF788F2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8303061" y="3587164"/>
            <a:ext cx="3301564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9889E7B1-AE64-C061-F463-B62E263F9C3D}"/>
              </a:ext>
            </a:extLst>
          </p:cNvPr>
          <p:cNvSpPr/>
          <p:nvPr userDrawn="1"/>
        </p:nvSpPr>
        <p:spPr>
          <a:xfrm>
            <a:off x="8070804" y="320597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13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3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6446165" y="1324748"/>
            <a:ext cx="5158459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538867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6446165" y="1878746"/>
            <a:ext cx="5158459" cy="1580400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6213909" y="1497557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1185" y="6192493"/>
            <a:ext cx="11001436" cy="175260"/>
            <a:chOff x="-8374441" y="6004560"/>
            <a:chExt cx="11001436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74441" y="6092190"/>
              <a:ext cx="1100143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831636" y="3822085"/>
            <a:ext cx="5158800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831636" y="4376083"/>
            <a:ext cx="5158800" cy="1581766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599379" y="3994894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Subtitle Placeholder 3">
            <a:extLst>
              <a:ext uri="{FF2B5EF4-FFF2-40B4-BE49-F238E27FC236}">
                <a16:creationId xmlns:a16="http://schemas.microsoft.com/office/drawing/2014/main" id="{F418AD38-36F3-F5C3-D32C-2805AF81AEDA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6446166" y="3822085"/>
            <a:ext cx="5158800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10830F5-B11F-E2C7-D161-6F995EF788F2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6446166" y="4376083"/>
            <a:ext cx="5158800" cy="1580400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9889E7B1-AE64-C061-F463-B62E263F9C3D}"/>
              </a:ext>
            </a:extLst>
          </p:cNvPr>
          <p:cNvSpPr/>
          <p:nvPr userDrawn="1"/>
        </p:nvSpPr>
        <p:spPr>
          <a:xfrm>
            <a:off x="6213909" y="3994894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B11320EE-6E1A-69C1-65C7-4B5C2FA7C387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88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4V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BF06C5-C734-0D5C-D7AE-3E785FC18696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D1D2C6-65CC-A183-8535-526E20ABBBF9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5" y="3153397"/>
            <a:ext cx="2364938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819695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5" y="3711877"/>
            <a:ext cx="2364938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3322396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1185" y="6192493"/>
            <a:ext cx="11001436" cy="175260"/>
            <a:chOff x="-8374441" y="6004560"/>
            <a:chExt cx="11001436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74441" y="6092190"/>
              <a:ext cx="1100143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3627678" y="3153397"/>
            <a:ext cx="2365200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3627678" y="3711877"/>
            <a:ext cx="2365200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3395421" y="3322396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Subtitle Placeholder 3">
            <a:extLst>
              <a:ext uri="{FF2B5EF4-FFF2-40B4-BE49-F238E27FC236}">
                <a16:creationId xmlns:a16="http://schemas.microsoft.com/office/drawing/2014/main" id="{F418AD38-36F3-F5C3-D32C-2805AF81AEDA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6433414" y="3153397"/>
            <a:ext cx="2365200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10830F5-B11F-E2C7-D161-6F995EF788F2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6433414" y="3711877"/>
            <a:ext cx="2365200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9889E7B1-AE64-C061-F463-B62E263F9C3D}"/>
              </a:ext>
            </a:extLst>
          </p:cNvPr>
          <p:cNvSpPr/>
          <p:nvPr userDrawn="1"/>
        </p:nvSpPr>
        <p:spPr>
          <a:xfrm>
            <a:off x="6201157" y="3322396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Subtitle Placeholder 4">
            <a:extLst>
              <a:ext uri="{FF2B5EF4-FFF2-40B4-BE49-F238E27FC236}">
                <a16:creationId xmlns:a16="http://schemas.microsoft.com/office/drawing/2014/main" id="{394583F9-BAC4-44F0-9831-84CDA103D549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9"/>
            </p:custDataLst>
          </p:nvPr>
        </p:nvSpPr>
        <p:spPr>
          <a:xfrm>
            <a:off x="9239152" y="3153397"/>
            <a:ext cx="2365200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96BB187-F930-1545-636C-88A6909B0B8A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10"/>
            </p:custDataLst>
          </p:nvPr>
        </p:nvSpPr>
        <p:spPr>
          <a:xfrm>
            <a:off x="9239152" y="3711877"/>
            <a:ext cx="2365200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1E730253-84DA-EDC9-0726-8059159818FB}"/>
              </a:ext>
            </a:extLst>
          </p:cNvPr>
          <p:cNvSpPr/>
          <p:nvPr userDrawn="1"/>
        </p:nvSpPr>
        <p:spPr>
          <a:xfrm>
            <a:off x="9006895" y="3322396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D78E7E1-B888-4DE7-70E1-CC47C4A4C96B}"/>
              </a:ext>
            </a:extLst>
          </p:cNvPr>
          <p:cNvSpPr/>
          <p:nvPr userDrawn="1"/>
        </p:nvSpPr>
        <p:spPr>
          <a:xfrm rot="16200000">
            <a:off x="9012238" y="-1294167"/>
            <a:ext cx="2593151" cy="2593151"/>
          </a:xfrm>
          <a:prstGeom prst="arc">
            <a:avLst>
              <a:gd name="adj1" fmla="val 5405943"/>
              <a:gd name="adj2" fmla="val 1621157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93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4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BF06C5-C734-0D5C-D7AE-3E785FC18696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D1D2C6-65CC-A183-8535-526E20ABBBF9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5" y="3153397"/>
            <a:ext cx="2364938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819695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5" y="3711877"/>
            <a:ext cx="2364938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3322396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1185" y="6192493"/>
            <a:ext cx="11001436" cy="175260"/>
            <a:chOff x="-8374441" y="6004560"/>
            <a:chExt cx="11001436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74441" y="6092190"/>
              <a:ext cx="1100143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3627678" y="3153397"/>
            <a:ext cx="2365200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3627678" y="3711877"/>
            <a:ext cx="2365200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3395421" y="3322396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Subtitle Placeholder 3">
            <a:extLst>
              <a:ext uri="{FF2B5EF4-FFF2-40B4-BE49-F238E27FC236}">
                <a16:creationId xmlns:a16="http://schemas.microsoft.com/office/drawing/2014/main" id="{F418AD38-36F3-F5C3-D32C-2805AF81AEDA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6433414" y="3153397"/>
            <a:ext cx="2365200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10830F5-B11F-E2C7-D161-6F995EF788F2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6433414" y="3711877"/>
            <a:ext cx="2365200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9889E7B1-AE64-C061-F463-B62E263F9C3D}"/>
              </a:ext>
            </a:extLst>
          </p:cNvPr>
          <p:cNvSpPr/>
          <p:nvPr userDrawn="1"/>
        </p:nvSpPr>
        <p:spPr>
          <a:xfrm>
            <a:off x="6201157" y="3322396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Subtitle Placeholder 4">
            <a:extLst>
              <a:ext uri="{FF2B5EF4-FFF2-40B4-BE49-F238E27FC236}">
                <a16:creationId xmlns:a16="http://schemas.microsoft.com/office/drawing/2014/main" id="{394583F9-BAC4-44F0-9831-84CDA103D549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9"/>
            </p:custDataLst>
          </p:nvPr>
        </p:nvSpPr>
        <p:spPr>
          <a:xfrm>
            <a:off x="9239152" y="3153397"/>
            <a:ext cx="2365200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96BB187-F930-1545-636C-88A6909B0B8A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10"/>
            </p:custDataLst>
          </p:nvPr>
        </p:nvSpPr>
        <p:spPr>
          <a:xfrm>
            <a:off x="9239152" y="3711877"/>
            <a:ext cx="2365200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1E730253-84DA-EDC9-0726-8059159818FB}"/>
              </a:ext>
            </a:extLst>
          </p:cNvPr>
          <p:cNvSpPr/>
          <p:nvPr userDrawn="1"/>
        </p:nvSpPr>
        <p:spPr>
          <a:xfrm>
            <a:off x="9006895" y="3322396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D78E7E1-B888-4DE7-70E1-CC47C4A4C96B}"/>
              </a:ext>
            </a:extLst>
          </p:cNvPr>
          <p:cNvSpPr/>
          <p:nvPr userDrawn="1"/>
        </p:nvSpPr>
        <p:spPr>
          <a:xfrm>
            <a:off x="10895424" y="0"/>
            <a:ext cx="2593151" cy="2593151"/>
          </a:xfrm>
          <a:prstGeom prst="arc">
            <a:avLst>
              <a:gd name="adj1" fmla="val 5405943"/>
              <a:gd name="adj2" fmla="val 1621157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43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0" name="Subtitle Placeholder 5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3"/>
            </p:custDataLst>
          </p:nvPr>
        </p:nvSpPr>
        <p:spPr>
          <a:xfrm>
            <a:off x="6765170" y="2744022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6225170" y="2751021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Subtitle Placeholder 6">
            <a:extLst>
              <a:ext uri="{FF2B5EF4-FFF2-40B4-BE49-F238E27FC236}">
                <a16:creationId xmlns:a16="http://schemas.microsoft.com/office/drawing/2014/main" id="{DB72630F-219E-9CE3-E143-9797612E27C9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4"/>
            </p:custDataLst>
          </p:nvPr>
        </p:nvSpPr>
        <p:spPr>
          <a:xfrm>
            <a:off x="6765170" y="3568271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3" name="Ellipse">
            <a:extLst>
              <a:ext uri="{FF2B5EF4-FFF2-40B4-BE49-F238E27FC236}">
                <a16:creationId xmlns:a16="http://schemas.microsoft.com/office/drawing/2014/main" id="{24F12149-5F08-359F-F22E-F514F4D627CC}"/>
              </a:ext>
            </a:extLst>
          </p:cNvPr>
          <p:cNvSpPr/>
          <p:nvPr userDrawn="1"/>
        </p:nvSpPr>
        <p:spPr>
          <a:xfrm>
            <a:off x="6225170" y="3575270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Subtitle Placeholder 7">
            <a:extLst>
              <a:ext uri="{FF2B5EF4-FFF2-40B4-BE49-F238E27FC236}">
                <a16:creationId xmlns:a16="http://schemas.microsoft.com/office/drawing/2014/main" id="{FBA2704D-2DE7-AC73-A793-D41901BA46D9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5"/>
            </p:custDataLst>
          </p:nvPr>
        </p:nvSpPr>
        <p:spPr>
          <a:xfrm>
            <a:off x="6765170" y="4392520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9" name="Ellipse">
            <a:extLst>
              <a:ext uri="{FF2B5EF4-FFF2-40B4-BE49-F238E27FC236}">
                <a16:creationId xmlns:a16="http://schemas.microsoft.com/office/drawing/2014/main" id="{3923F783-B50E-9780-3049-5B35EF5AB1D4}"/>
              </a:ext>
            </a:extLst>
          </p:cNvPr>
          <p:cNvSpPr/>
          <p:nvPr userDrawn="1"/>
        </p:nvSpPr>
        <p:spPr>
          <a:xfrm>
            <a:off x="6225170" y="4399519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Subtitle Placeholder 8">
            <a:extLst>
              <a:ext uri="{FF2B5EF4-FFF2-40B4-BE49-F238E27FC236}">
                <a16:creationId xmlns:a16="http://schemas.microsoft.com/office/drawing/2014/main" id="{CB1605AD-89A5-7669-B684-797F7465A717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6"/>
            </p:custDataLst>
          </p:nvPr>
        </p:nvSpPr>
        <p:spPr>
          <a:xfrm>
            <a:off x="6765170" y="5216769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4" name="Ellipse">
            <a:extLst>
              <a:ext uri="{FF2B5EF4-FFF2-40B4-BE49-F238E27FC236}">
                <a16:creationId xmlns:a16="http://schemas.microsoft.com/office/drawing/2014/main" id="{83ABE99A-2F01-1B10-EF09-368D2404C9D9}"/>
              </a:ext>
            </a:extLst>
          </p:cNvPr>
          <p:cNvSpPr/>
          <p:nvPr userDrawn="1"/>
        </p:nvSpPr>
        <p:spPr>
          <a:xfrm>
            <a:off x="6225170" y="5223768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F619C31-A022-5F50-A89B-0A0237C98748}"/>
              </a:ext>
            </a:extLst>
          </p:cNvPr>
          <p:cNvGrpSpPr/>
          <p:nvPr userDrawn="1"/>
        </p:nvGrpSpPr>
        <p:grpSpPr>
          <a:xfrm>
            <a:off x="6388105" y="2933391"/>
            <a:ext cx="214131" cy="175260"/>
            <a:chOff x="2412864" y="6004560"/>
            <a:chExt cx="214131" cy="17526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F353AD9-B868-9210-F46E-EC0FB2CF114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99797C3-83C6-49F8-9562-FDF18393D46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185F86E-33DF-3215-723F-387B566B6C7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82F4B3B-B477-343C-859F-F8A25E4ED9F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C253540-3670-C13D-04EE-0812C199D61A}"/>
              </a:ext>
            </a:extLst>
          </p:cNvPr>
          <p:cNvGrpSpPr/>
          <p:nvPr userDrawn="1"/>
        </p:nvGrpSpPr>
        <p:grpSpPr>
          <a:xfrm>
            <a:off x="6388105" y="3757640"/>
            <a:ext cx="214131" cy="175260"/>
            <a:chOff x="2412864" y="6004560"/>
            <a:chExt cx="214131" cy="17526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E26709B-7CBB-1393-227C-9525FD9C0920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DC03729-3FF0-CA33-D170-BC8CA818132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6D0B530-F949-1A07-E54C-A1BD8F7EB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02971FA-760C-1EBC-66C8-B73DCF3A4F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7E8332F-DE58-7C88-BB32-7FE324BC3C7E}"/>
              </a:ext>
            </a:extLst>
          </p:cNvPr>
          <p:cNvGrpSpPr/>
          <p:nvPr userDrawn="1"/>
        </p:nvGrpSpPr>
        <p:grpSpPr>
          <a:xfrm>
            <a:off x="6388105" y="4581889"/>
            <a:ext cx="214131" cy="175260"/>
            <a:chOff x="2412864" y="6004560"/>
            <a:chExt cx="214131" cy="17526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AA3840E-A4FE-0CF4-13D2-E9EB479EEB38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CF9FE56-D542-3DB3-ACCA-179357CF7C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2EEA46BE-077B-DFBF-148C-114A8A9B543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81AF56C-2DFC-3F01-D706-71F27DD80C7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0C7FF52-A015-2283-C7DC-A9B342445CD6}"/>
              </a:ext>
            </a:extLst>
          </p:cNvPr>
          <p:cNvGrpSpPr/>
          <p:nvPr userDrawn="1"/>
        </p:nvGrpSpPr>
        <p:grpSpPr>
          <a:xfrm>
            <a:off x="6388105" y="5406138"/>
            <a:ext cx="214131" cy="175260"/>
            <a:chOff x="2412864" y="6004560"/>
            <a:chExt cx="214131" cy="17526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0A61948-5F61-D982-0FF8-61FC12CDF0A4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D4EA0976-EAC1-DBCB-310B-7F14E128C76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0E0D86A-BCAB-7BD1-5E16-E81B3E0D4C6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7F4014C-DC27-3407-A4EF-9315D74AB3D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B4264B1-95DC-857C-6B41-C020756BCA6B}"/>
              </a:ext>
            </a:extLst>
          </p:cNvPr>
          <p:cNvGrpSpPr/>
          <p:nvPr userDrawn="1"/>
        </p:nvGrpSpPr>
        <p:grpSpPr>
          <a:xfrm>
            <a:off x="599380" y="6192493"/>
            <a:ext cx="2580383" cy="175260"/>
            <a:chOff x="46612" y="6004560"/>
            <a:chExt cx="2580383" cy="17526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28C3EFE0-B271-714D-00FC-F5D93DF09F47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23C872AC-4585-82A3-986F-C40E957BB22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B12B06E2-570E-A5AC-6CB2-295FF6D5C32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0C7100E-BB4C-1E16-EC3E-9425DA35520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6612" y="6092190"/>
              <a:ext cx="25803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ubtitle Placeholder 1">
            <a:extLst>
              <a:ext uri="{FF2B5EF4-FFF2-40B4-BE49-F238E27FC236}">
                <a16:creationId xmlns:a16="http://schemas.microsoft.com/office/drawing/2014/main" id="{3386BAA0-2DAB-8100-0E97-51A18E9C0EC3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7"/>
            </p:custDataLst>
          </p:nvPr>
        </p:nvSpPr>
        <p:spPr>
          <a:xfrm>
            <a:off x="1131185" y="2759321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545E4283-8820-A6DD-FBDD-01186153D540}"/>
              </a:ext>
            </a:extLst>
          </p:cNvPr>
          <p:cNvSpPr/>
          <p:nvPr userDrawn="1"/>
        </p:nvSpPr>
        <p:spPr>
          <a:xfrm>
            <a:off x="591185" y="2766320"/>
            <a:ext cx="540000" cy="540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Subtitle Placeholder 2">
            <a:extLst>
              <a:ext uri="{FF2B5EF4-FFF2-40B4-BE49-F238E27FC236}">
                <a16:creationId xmlns:a16="http://schemas.microsoft.com/office/drawing/2014/main" id="{8F76444F-1FEE-FCA2-DF08-5C272DE5710B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8"/>
            </p:custDataLst>
          </p:nvPr>
        </p:nvSpPr>
        <p:spPr>
          <a:xfrm>
            <a:off x="1131185" y="3583570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AD0C8EEE-B3FF-4357-549D-320274A808D9}"/>
              </a:ext>
            </a:extLst>
          </p:cNvPr>
          <p:cNvSpPr/>
          <p:nvPr userDrawn="1"/>
        </p:nvSpPr>
        <p:spPr>
          <a:xfrm>
            <a:off x="591185" y="3590569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Subtitle Placeholder 3">
            <a:extLst>
              <a:ext uri="{FF2B5EF4-FFF2-40B4-BE49-F238E27FC236}">
                <a16:creationId xmlns:a16="http://schemas.microsoft.com/office/drawing/2014/main" id="{6F65E09B-CBE2-8556-E4DA-C0C361AA1F18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9"/>
            </p:custDataLst>
          </p:nvPr>
        </p:nvSpPr>
        <p:spPr>
          <a:xfrm>
            <a:off x="1131185" y="4407819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4FDDFB25-1E17-1388-ADB7-C5D513EF8F92}"/>
              </a:ext>
            </a:extLst>
          </p:cNvPr>
          <p:cNvSpPr/>
          <p:nvPr userDrawn="1"/>
        </p:nvSpPr>
        <p:spPr>
          <a:xfrm>
            <a:off x="591185" y="4414818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Placeholder 4">
            <a:extLst>
              <a:ext uri="{FF2B5EF4-FFF2-40B4-BE49-F238E27FC236}">
                <a16:creationId xmlns:a16="http://schemas.microsoft.com/office/drawing/2014/main" id="{394D013A-B042-E12B-D887-A4931A5986B7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10"/>
            </p:custDataLst>
          </p:nvPr>
        </p:nvSpPr>
        <p:spPr>
          <a:xfrm>
            <a:off x="1131185" y="5232068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92F8A1A1-3731-EC86-2696-F09A739C761C}"/>
              </a:ext>
            </a:extLst>
          </p:cNvPr>
          <p:cNvSpPr/>
          <p:nvPr userDrawn="1"/>
        </p:nvSpPr>
        <p:spPr>
          <a:xfrm>
            <a:off x="591185" y="5239067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8AE251-633E-E942-3431-7C84DDA33F02}"/>
              </a:ext>
            </a:extLst>
          </p:cNvPr>
          <p:cNvGrpSpPr/>
          <p:nvPr userDrawn="1"/>
        </p:nvGrpSpPr>
        <p:grpSpPr>
          <a:xfrm>
            <a:off x="754120" y="2948690"/>
            <a:ext cx="214131" cy="175260"/>
            <a:chOff x="2412864" y="6004560"/>
            <a:chExt cx="214131" cy="17526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399A47-E44F-D170-E828-9951C3CE2617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3DDCDE03-D26A-8FCE-59D7-C9E0AA673EA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E5BBD25-A9C4-A830-0A37-59B36765ED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D6CE59F-312C-0877-44E0-AB87BE372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8799448-66DD-DDA8-3F13-0474353A4ADF}"/>
              </a:ext>
            </a:extLst>
          </p:cNvPr>
          <p:cNvGrpSpPr/>
          <p:nvPr userDrawn="1"/>
        </p:nvGrpSpPr>
        <p:grpSpPr>
          <a:xfrm>
            <a:off x="754120" y="3772939"/>
            <a:ext cx="214131" cy="175260"/>
            <a:chOff x="2412864" y="6004560"/>
            <a:chExt cx="214131" cy="17526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E2B2FB4-ADB4-5347-4C3F-3F7F1F95A8CC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D2DBDCE-9529-39F0-9479-6FE510D0AC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379F577-1ABC-2CC0-5882-2BC2B1EB3D3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76B3713-26A3-0305-EE1F-C5F13911717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A3DD0A6-030A-AFC0-BF3C-64682CF88028}"/>
              </a:ext>
            </a:extLst>
          </p:cNvPr>
          <p:cNvGrpSpPr/>
          <p:nvPr userDrawn="1"/>
        </p:nvGrpSpPr>
        <p:grpSpPr>
          <a:xfrm>
            <a:off x="754120" y="4597188"/>
            <a:ext cx="214131" cy="175260"/>
            <a:chOff x="2412864" y="6004560"/>
            <a:chExt cx="214131" cy="17526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AB50E64-EEBC-99CE-5BA9-4EC43A4FC91E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DA2E603-D64A-9F60-6F93-8295877F819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FD771E6-A613-C686-3081-DE680BBF00C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94A9205-BCCF-B66D-8B2F-77722EA831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D1E04B8-C4AC-BCE6-74BD-FAAEF12D1BC3}"/>
              </a:ext>
            </a:extLst>
          </p:cNvPr>
          <p:cNvGrpSpPr/>
          <p:nvPr userDrawn="1"/>
        </p:nvGrpSpPr>
        <p:grpSpPr>
          <a:xfrm>
            <a:off x="754120" y="5421437"/>
            <a:ext cx="214131" cy="175260"/>
            <a:chOff x="2412864" y="6004560"/>
            <a:chExt cx="214131" cy="17526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8BC6A8F-F998-5504-4518-FD0FEDF318A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094D2394-865B-E8EC-6CF6-811CF39055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2ACFBC50-CC6B-67DF-2FC9-0C6B72CFD87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8C81EDF-2121-57AD-8C82-4073F3CAF1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036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3"/>
            </p:custDataLst>
          </p:nvPr>
        </p:nvSpPr>
        <p:spPr>
          <a:xfrm>
            <a:off x="6765170" y="2744022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6225170" y="2751021"/>
            <a:ext cx="540000" cy="540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Subtitle Placeholder 2">
            <a:extLst>
              <a:ext uri="{FF2B5EF4-FFF2-40B4-BE49-F238E27FC236}">
                <a16:creationId xmlns:a16="http://schemas.microsoft.com/office/drawing/2014/main" id="{DB72630F-219E-9CE3-E143-9797612E27C9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4"/>
            </p:custDataLst>
          </p:nvPr>
        </p:nvSpPr>
        <p:spPr>
          <a:xfrm>
            <a:off x="6765170" y="3568271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3" name="Ellipse">
            <a:extLst>
              <a:ext uri="{FF2B5EF4-FFF2-40B4-BE49-F238E27FC236}">
                <a16:creationId xmlns:a16="http://schemas.microsoft.com/office/drawing/2014/main" id="{24F12149-5F08-359F-F22E-F514F4D627CC}"/>
              </a:ext>
            </a:extLst>
          </p:cNvPr>
          <p:cNvSpPr/>
          <p:nvPr userDrawn="1"/>
        </p:nvSpPr>
        <p:spPr>
          <a:xfrm>
            <a:off x="6225170" y="3575270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Subtitle Placeholder 3">
            <a:extLst>
              <a:ext uri="{FF2B5EF4-FFF2-40B4-BE49-F238E27FC236}">
                <a16:creationId xmlns:a16="http://schemas.microsoft.com/office/drawing/2014/main" id="{FBA2704D-2DE7-AC73-A793-D41901BA46D9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5"/>
            </p:custDataLst>
          </p:nvPr>
        </p:nvSpPr>
        <p:spPr>
          <a:xfrm>
            <a:off x="6765170" y="4392520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9" name="Ellipse">
            <a:extLst>
              <a:ext uri="{FF2B5EF4-FFF2-40B4-BE49-F238E27FC236}">
                <a16:creationId xmlns:a16="http://schemas.microsoft.com/office/drawing/2014/main" id="{3923F783-B50E-9780-3049-5B35EF5AB1D4}"/>
              </a:ext>
            </a:extLst>
          </p:cNvPr>
          <p:cNvSpPr/>
          <p:nvPr userDrawn="1"/>
        </p:nvSpPr>
        <p:spPr>
          <a:xfrm>
            <a:off x="6225170" y="4399519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Subtitle Placeholder 4">
            <a:extLst>
              <a:ext uri="{FF2B5EF4-FFF2-40B4-BE49-F238E27FC236}">
                <a16:creationId xmlns:a16="http://schemas.microsoft.com/office/drawing/2014/main" id="{CB1605AD-89A5-7669-B684-797F7465A717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6"/>
            </p:custDataLst>
          </p:nvPr>
        </p:nvSpPr>
        <p:spPr>
          <a:xfrm>
            <a:off x="6765170" y="5216769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4" name="Ellipse">
            <a:extLst>
              <a:ext uri="{FF2B5EF4-FFF2-40B4-BE49-F238E27FC236}">
                <a16:creationId xmlns:a16="http://schemas.microsoft.com/office/drawing/2014/main" id="{83ABE99A-2F01-1B10-EF09-368D2404C9D9}"/>
              </a:ext>
            </a:extLst>
          </p:cNvPr>
          <p:cNvSpPr/>
          <p:nvPr userDrawn="1"/>
        </p:nvSpPr>
        <p:spPr>
          <a:xfrm>
            <a:off x="6225170" y="5223768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F619C31-A022-5F50-A89B-0A0237C98748}"/>
              </a:ext>
            </a:extLst>
          </p:cNvPr>
          <p:cNvGrpSpPr/>
          <p:nvPr userDrawn="1"/>
        </p:nvGrpSpPr>
        <p:grpSpPr>
          <a:xfrm>
            <a:off x="6388105" y="2933391"/>
            <a:ext cx="214131" cy="175260"/>
            <a:chOff x="2412864" y="6004560"/>
            <a:chExt cx="214131" cy="17526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F353AD9-B868-9210-F46E-EC0FB2CF114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99797C3-83C6-49F8-9562-FDF18393D46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185F86E-33DF-3215-723F-387B566B6C7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82F4B3B-B477-343C-859F-F8A25E4ED9F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C253540-3670-C13D-04EE-0812C199D61A}"/>
              </a:ext>
            </a:extLst>
          </p:cNvPr>
          <p:cNvGrpSpPr/>
          <p:nvPr userDrawn="1"/>
        </p:nvGrpSpPr>
        <p:grpSpPr>
          <a:xfrm>
            <a:off x="6388105" y="3757640"/>
            <a:ext cx="214131" cy="175260"/>
            <a:chOff x="2412864" y="6004560"/>
            <a:chExt cx="214131" cy="17526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E26709B-7CBB-1393-227C-9525FD9C0920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DC03729-3FF0-CA33-D170-BC8CA818132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6D0B530-F949-1A07-E54C-A1BD8F7EB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02971FA-760C-1EBC-66C8-B73DCF3A4F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7E8332F-DE58-7C88-BB32-7FE324BC3C7E}"/>
              </a:ext>
            </a:extLst>
          </p:cNvPr>
          <p:cNvGrpSpPr/>
          <p:nvPr userDrawn="1"/>
        </p:nvGrpSpPr>
        <p:grpSpPr>
          <a:xfrm>
            <a:off x="6388105" y="4581889"/>
            <a:ext cx="214131" cy="175260"/>
            <a:chOff x="2412864" y="6004560"/>
            <a:chExt cx="214131" cy="17526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AA3840E-A4FE-0CF4-13D2-E9EB479EEB38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CF9FE56-D542-3DB3-ACCA-179357CF7C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2EEA46BE-077B-DFBF-148C-114A8A9B543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81AF56C-2DFC-3F01-D706-71F27DD80C7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0C7FF52-A015-2283-C7DC-A9B342445CD6}"/>
              </a:ext>
            </a:extLst>
          </p:cNvPr>
          <p:cNvGrpSpPr/>
          <p:nvPr userDrawn="1"/>
        </p:nvGrpSpPr>
        <p:grpSpPr>
          <a:xfrm>
            <a:off x="6388105" y="5406138"/>
            <a:ext cx="214131" cy="175260"/>
            <a:chOff x="2412864" y="6004560"/>
            <a:chExt cx="214131" cy="17526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0A61948-5F61-D982-0FF8-61FC12CDF0A4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D4EA0976-EAC1-DBCB-310B-7F14E128C76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0E0D86A-BCAB-7BD1-5E16-E81B3E0D4C6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7F4014C-DC27-3407-A4EF-9315D74AB3D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B4264B1-95DC-857C-6B41-C020756BCA6B}"/>
              </a:ext>
            </a:extLst>
          </p:cNvPr>
          <p:cNvGrpSpPr/>
          <p:nvPr userDrawn="1"/>
        </p:nvGrpSpPr>
        <p:grpSpPr>
          <a:xfrm>
            <a:off x="6203950" y="6192493"/>
            <a:ext cx="2580383" cy="175260"/>
            <a:chOff x="46612" y="6004560"/>
            <a:chExt cx="2580383" cy="17526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28C3EFE0-B271-714D-00FC-F5D93DF09F47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23C872AC-4585-82A3-986F-C40E957BB22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B12B06E2-570E-A5AC-6CB2-295FF6D5C32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0C7100E-BB4C-1E16-EC3E-9425DA35520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6612" y="6092190"/>
              <a:ext cx="25803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3752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Goal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Subtitle Placeholder 5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3"/>
            </p:custDataLst>
          </p:nvPr>
        </p:nvSpPr>
        <p:spPr>
          <a:xfrm>
            <a:off x="6765170" y="3233495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6225170" y="3240494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Subtitle Placeholder 6">
            <a:extLst>
              <a:ext uri="{FF2B5EF4-FFF2-40B4-BE49-F238E27FC236}">
                <a16:creationId xmlns:a16="http://schemas.microsoft.com/office/drawing/2014/main" id="{DB72630F-219E-9CE3-E143-9797612E27C9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4"/>
            </p:custDataLst>
          </p:nvPr>
        </p:nvSpPr>
        <p:spPr>
          <a:xfrm>
            <a:off x="6765170" y="4057744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Ellipse">
            <a:extLst>
              <a:ext uri="{FF2B5EF4-FFF2-40B4-BE49-F238E27FC236}">
                <a16:creationId xmlns:a16="http://schemas.microsoft.com/office/drawing/2014/main" id="{24F12149-5F08-359F-F22E-F514F4D627CC}"/>
              </a:ext>
            </a:extLst>
          </p:cNvPr>
          <p:cNvSpPr/>
          <p:nvPr userDrawn="1"/>
        </p:nvSpPr>
        <p:spPr>
          <a:xfrm>
            <a:off x="6225170" y="4064743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Subtitle Placeholder 7">
            <a:extLst>
              <a:ext uri="{FF2B5EF4-FFF2-40B4-BE49-F238E27FC236}">
                <a16:creationId xmlns:a16="http://schemas.microsoft.com/office/drawing/2014/main" id="{FBA2704D-2DE7-AC73-A793-D41901BA46D9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5"/>
            </p:custDataLst>
          </p:nvPr>
        </p:nvSpPr>
        <p:spPr>
          <a:xfrm>
            <a:off x="6765170" y="4881993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9" name="Ellipse">
            <a:extLst>
              <a:ext uri="{FF2B5EF4-FFF2-40B4-BE49-F238E27FC236}">
                <a16:creationId xmlns:a16="http://schemas.microsoft.com/office/drawing/2014/main" id="{3923F783-B50E-9780-3049-5B35EF5AB1D4}"/>
              </a:ext>
            </a:extLst>
          </p:cNvPr>
          <p:cNvSpPr/>
          <p:nvPr userDrawn="1"/>
        </p:nvSpPr>
        <p:spPr>
          <a:xfrm>
            <a:off x="6225170" y="4888992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Subtitle Placeholder 8">
            <a:extLst>
              <a:ext uri="{FF2B5EF4-FFF2-40B4-BE49-F238E27FC236}">
                <a16:creationId xmlns:a16="http://schemas.microsoft.com/office/drawing/2014/main" id="{CB1605AD-89A5-7669-B684-797F7465A717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6"/>
            </p:custDataLst>
          </p:nvPr>
        </p:nvSpPr>
        <p:spPr>
          <a:xfrm>
            <a:off x="6765170" y="5706242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4" name="Ellipse">
            <a:extLst>
              <a:ext uri="{FF2B5EF4-FFF2-40B4-BE49-F238E27FC236}">
                <a16:creationId xmlns:a16="http://schemas.microsoft.com/office/drawing/2014/main" id="{83ABE99A-2F01-1B10-EF09-368D2404C9D9}"/>
              </a:ext>
            </a:extLst>
          </p:cNvPr>
          <p:cNvSpPr/>
          <p:nvPr userDrawn="1"/>
        </p:nvSpPr>
        <p:spPr>
          <a:xfrm>
            <a:off x="6225170" y="5713241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F619C31-A022-5F50-A89B-0A0237C98748}"/>
              </a:ext>
            </a:extLst>
          </p:cNvPr>
          <p:cNvGrpSpPr/>
          <p:nvPr userDrawn="1"/>
        </p:nvGrpSpPr>
        <p:grpSpPr>
          <a:xfrm>
            <a:off x="6388105" y="3422864"/>
            <a:ext cx="214131" cy="175260"/>
            <a:chOff x="2412864" y="6004560"/>
            <a:chExt cx="214131" cy="17526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F353AD9-B868-9210-F46E-EC0FB2CF114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99797C3-83C6-49F8-9562-FDF18393D46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185F86E-33DF-3215-723F-387B566B6C7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82F4B3B-B477-343C-859F-F8A25E4ED9F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C253540-3670-C13D-04EE-0812C199D61A}"/>
              </a:ext>
            </a:extLst>
          </p:cNvPr>
          <p:cNvGrpSpPr/>
          <p:nvPr userDrawn="1"/>
        </p:nvGrpSpPr>
        <p:grpSpPr>
          <a:xfrm>
            <a:off x="6388105" y="4247113"/>
            <a:ext cx="214131" cy="175260"/>
            <a:chOff x="2412864" y="6004560"/>
            <a:chExt cx="214131" cy="17526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E26709B-7CBB-1393-227C-9525FD9C0920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DC03729-3FF0-CA33-D170-BC8CA818132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6D0B530-F949-1A07-E54C-A1BD8F7EB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02971FA-760C-1EBC-66C8-B73DCF3A4F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7E8332F-DE58-7C88-BB32-7FE324BC3C7E}"/>
              </a:ext>
            </a:extLst>
          </p:cNvPr>
          <p:cNvGrpSpPr/>
          <p:nvPr userDrawn="1"/>
        </p:nvGrpSpPr>
        <p:grpSpPr>
          <a:xfrm>
            <a:off x="6388105" y="5071362"/>
            <a:ext cx="214131" cy="175260"/>
            <a:chOff x="2412864" y="6004560"/>
            <a:chExt cx="214131" cy="17526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AA3840E-A4FE-0CF4-13D2-E9EB479EEB38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CF9FE56-D542-3DB3-ACCA-179357CF7C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2EEA46BE-077B-DFBF-148C-114A8A9B543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81AF56C-2DFC-3F01-D706-71F27DD80C7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0C7FF52-A015-2283-C7DC-A9B342445CD6}"/>
              </a:ext>
            </a:extLst>
          </p:cNvPr>
          <p:cNvGrpSpPr/>
          <p:nvPr userDrawn="1"/>
        </p:nvGrpSpPr>
        <p:grpSpPr>
          <a:xfrm>
            <a:off x="6388105" y="5895611"/>
            <a:ext cx="214131" cy="175260"/>
            <a:chOff x="2412864" y="6004560"/>
            <a:chExt cx="214131" cy="17526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0A61948-5F61-D982-0FF8-61FC12CDF0A4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D4EA0976-EAC1-DBCB-310B-7F14E128C76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0E0D86A-BCAB-7BD1-5E16-E81B3E0D4C6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7F4014C-DC27-3407-A4EF-9315D74AB3D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ubtitle Placeholder 1">
            <a:extLst>
              <a:ext uri="{FF2B5EF4-FFF2-40B4-BE49-F238E27FC236}">
                <a16:creationId xmlns:a16="http://schemas.microsoft.com/office/drawing/2014/main" id="{3386BAA0-2DAB-8100-0E97-51A18E9C0EC3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7"/>
            </p:custDataLst>
          </p:nvPr>
        </p:nvSpPr>
        <p:spPr>
          <a:xfrm>
            <a:off x="1131185" y="3248794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Ellipse">
            <a:extLst>
              <a:ext uri="{FF2B5EF4-FFF2-40B4-BE49-F238E27FC236}">
                <a16:creationId xmlns:a16="http://schemas.microsoft.com/office/drawing/2014/main" id="{545E4283-8820-A6DD-FBDD-01186153D540}"/>
              </a:ext>
            </a:extLst>
          </p:cNvPr>
          <p:cNvSpPr/>
          <p:nvPr userDrawn="1"/>
        </p:nvSpPr>
        <p:spPr>
          <a:xfrm>
            <a:off x="591185" y="3255793"/>
            <a:ext cx="540000" cy="540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Subtitle Placeholder 2">
            <a:extLst>
              <a:ext uri="{FF2B5EF4-FFF2-40B4-BE49-F238E27FC236}">
                <a16:creationId xmlns:a16="http://schemas.microsoft.com/office/drawing/2014/main" id="{8F76444F-1FEE-FCA2-DF08-5C272DE5710B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8"/>
            </p:custDataLst>
          </p:nvPr>
        </p:nvSpPr>
        <p:spPr>
          <a:xfrm>
            <a:off x="1131185" y="4073043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AD0C8EEE-B3FF-4357-549D-320274A808D9}"/>
              </a:ext>
            </a:extLst>
          </p:cNvPr>
          <p:cNvSpPr/>
          <p:nvPr userDrawn="1"/>
        </p:nvSpPr>
        <p:spPr>
          <a:xfrm>
            <a:off x="591185" y="4080042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Subtitle Placeholder 3">
            <a:extLst>
              <a:ext uri="{FF2B5EF4-FFF2-40B4-BE49-F238E27FC236}">
                <a16:creationId xmlns:a16="http://schemas.microsoft.com/office/drawing/2014/main" id="{6F65E09B-CBE2-8556-E4DA-C0C361AA1F18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9"/>
            </p:custDataLst>
          </p:nvPr>
        </p:nvSpPr>
        <p:spPr>
          <a:xfrm>
            <a:off x="1131185" y="4897292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4FDDFB25-1E17-1388-ADB7-C5D513EF8F92}"/>
              </a:ext>
            </a:extLst>
          </p:cNvPr>
          <p:cNvSpPr/>
          <p:nvPr userDrawn="1"/>
        </p:nvSpPr>
        <p:spPr>
          <a:xfrm>
            <a:off x="591185" y="4904291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Placeholder 4">
            <a:extLst>
              <a:ext uri="{FF2B5EF4-FFF2-40B4-BE49-F238E27FC236}">
                <a16:creationId xmlns:a16="http://schemas.microsoft.com/office/drawing/2014/main" id="{394D013A-B042-E12B-D887-A4931A5986B7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10"/>
            </p:custDataLst>
          </p:nvPr>
        </p:nvSpPr>
        <p:spPr>
          <a:xfrm>
            <a:off x="1131185" y="5721541"/>
            <a:ext cx="483945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92F8A1A1-3731-EC86-2696-F09A739C761C}"/>
              </a:ext>
            </a:extLst>
          </p:cNvPr>
          <p:cNvSpPr/>
          <p:nvPr userDrawn="1"/>
        </p:nvSpPr>
        <p:spPr>
          <a:xfrm>
            <a:off x="591185" y="5728540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8AE251-633E-E942-3431-7C84DDA33F02}"/>
              </a:ext>
            </a:extLst>
          </p:cNvPr>
          <p:cNvGrpSpPr/>
          <p:nvPr userDrawn="1"/>
        </p:nvGrpSpPr>
        <p:grpSpPr>
          <a:xfrm>
            <a:off x="754120" y="3438163"/>
            <a:ext cx="214131" cy="175260"/>
            <a:chOff x="2412864" y="6004560"/>
            <a:chExt cx="214131" cy="17526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399A47-E44F-D170-E828-9951C3CE2617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3DDCDE03-D26A-8FCE-59D7-C9E0AA673EA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E5BBD25-A9C4-A830-0A37-59B36765ED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D6CE59F-312C-0877-44E0-AB87BE372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8799448-66DD-DDA8-3F13-0474353A4ADF}"/>
              </a:ext>
            </a:extLst>
          </p:cNvPr>
          <p:cNvGrpSpPr/>
          <p:nvPr userDrawn="1"/>
        </p:nvGrpSpPr>
        <p:grpSpPr>
          <a:xfrm>
            <a:off x="754120" y="4262412"/>
            <a:ext cx="214131" cy="175260"/>
            <a:chOff x="2412864" y="6004560"/>
            <a:chExt cx="214131" cy="17526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E2B2FB4-ADB4-5347-4C3F-3F7F1F95A8CC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D2DBDCE-9529-39F0-9479-6FE510D0AC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379F577-1ABC-2CC0-5882-2BC2B1EB3D3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76B3713-26A3-0305-EE1F-C5F13911717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A3DD0A6-030A-AFC0-BF3C-64682CF88028}"/>
              </a:ext>
            </a:extLst>
          </p:cNvPr>
          <p:cNvGrpSpPr/>
          <p:nvPr userDrawn="1"/>
        </p:nvGrpSpPr>
        <p:grpSpPr>
          <a:xfrm>
            <a:off x="754120" y="5086661"/>
            <a:ext cx="214131" cy="175260"/>
            <a:chOff x="2412864" y="6004560"/>
            <a:chExt cx="214131" cy="17526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AB50E64-EEBC-99CE-5BA9-4EC43A4FC91E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DA2E603-D64A-9F60-6F93-8295877F819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FD771E6-A613-C686-3081-DE680BBF00C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94A9205-BCCF-B66D-8B2F-77722EA831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D1E04B8-C4AC-BCE6-74BD-FAAEF12D1BC3}"/>
              </a:ext>
            </a:extLst>
          </p:cNvPr>
          <p:cNvGrpSpPr/>
          <p:nvPr userDrawn="1"/>
        </p:nvGrpSpPr>
        <p:grpSpPr>
          <a:xfrm>
            <a:off x="754120" y="5910910"/>
            <a:ext cx="214131" cy="175260"/>
            <a:chOff x="2412864" y="6004560"/>
            <a:chExt cx="214131" cy="17526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8BC6A8F-F998-5504-4518-FD0FEDF318A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094D2394-865B-E8EC-6CF6-811CF39055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2ACFBC50-CC6B-67DF-2FC9-0C6B72CFD87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8C81EDF-2121-57AD-8C82-4073F3CAF1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412864" y="6092190"/>
              <a:ext cx="2141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2F71F35B-2247-FAA0-23F2-BC4535F2EE98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11"/>
            </p:custDataLst>
          </p:nvPr>
        </p:nvSpPr>
        <p:spPr>
          <a:xfrm>
            <a:off x="599379" y="2188281"/>
            <a:ext cx="8196959" cy="724814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D12AC56B-60EC-46CC-97FB-759A1274CB3C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7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505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V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443B5F39-8DEC-109E-BCBD-3586C7FFC7C6}"/>
              </a:ext>
            </a:extLst>
          </p:cNvPr>
          <p:cNvSpPr/>
          <p:nvPr userDrawn="1"/>
        </p:nvSpPr>
        <p:spPr>
          <a:xfrm>
            <a:off x="533400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1185" y="6192493"/>
            <a:ext cx="11001436" cy="175260"/>
            <a:chOff x="-8374441" y="6004560"/>
            <a:chExt cx="11001436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74441" y="6092190"/>
              <a:ext cx="1100143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Arc 25">
            <a:extLst>
              <a:ext uri="{FF2B5EF4-FFF2-40B4-BE49-F238E27FC236}">
                <a16:creationId xmlns:a16="http://schemas.microsoft.com/office/drawing/2014/main" id="{0D78E7E1-B888-4DE7-70E1-CC47C4A4C96B}"/>
              </a:ext>
            </a:extLst>
          </p:cNvPr>
          <p:cNvSpPr/>
          <p:nvPr userDrawn="1"/>
        </p:nvSpPr>
        <p:spPr>
          <a:xfrm rot="16200000">
            <a:off x="9598849" y="-1294167"/>
            <a:ext cx="2593151" cy="2593151"/>
          </a:xfrm>
          <a:prstGeom prst="arc">
            <a:avLst>
              <a:gd name="adj1" fmla="val 5405943"/>
              <a:gd name="adj2" fmla="val 1621157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D50986A-965F-2312-96F7-56DD36FBBE9F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3"/>
            </p:custDataLst>
          </p:nvPr>
        </p:nvSpPr>
        <p:spPr>
          <a:xfrm>
            <a:off x="6765170" y="2363776"/>
            <a:ext cx="4839454" cy="1040400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Ellipse">
            <a:extLst>
              <a:ext uri="{FF2B5EF4-FFF2-40B4-BE49-F238E27FC236}">
                <a16:creationId xmlns:a16="http://schemas.microsoft.com/office/drawing/2014/main" id="{8A7C1170-4D31-08CC-5514-A9154AE82448}"/>
              </a:ext>
            </a:extLst>
          </p:cNvPr>
          <p:cNvSpPr/>
          <p:nvPr userDrawn="1"/>
        </p:nvSpPr>
        <p:spPr>
          <a:xfrm>
            <a:off x="6225170" y="2613976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79AE275D-3E3D-EAB3-A6ED-26887FB0471C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4"/>
            </p:custDataLst>
          </p:nvPr>
        </p:nvSpPr>
        <p:spPr>
          <a:xfrm>
            <a:off x="6765170" y="3669225"/>
            <a:ext cx="4839454" cy="1040400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Ellipse">
            <a:extLst>
              <a:ext uri="{FF2B5EF4-FFF2-40B4-BE49-F238E27FC236}">
                <a16:creationId xmlns:a16="http://schemas.microsoft.com/office/drawing/2014/main" id="{D48E060E-FA13-C014-7B91-8DF50AB52DDB}"/>
              </a:ext>
            </a:extLst>
          </p:cNvPr>
          <p:cNvSpPr/>
          <p:nvPr userDrawn="1"/>
        </p:nvSpPr>
        <p:spPr>
          <a:xfrm>
            <a:off x="6225170" y="3919425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 Placeholder 1">
            <a:extLst>
              <a:ext uri="{FF2B5EF4-FFF2-40B4-BE49-F238E27FC236}">
                <a16:creationId xmlns:a16="http://schemas.microsoft.com/office/drawing/2014/main" id="{6F607793-E17A-EC8A-C2AB-50B4E7A70865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5"/>
            </p:custDataLst>
          </p:nvPr>
        </p:nvSpPr>
        <p:spPr>
          <a:xfrm>
            <a:off x="1131185" y="2364603"/>
            <a:ext cx="4839454" cy="1038746"/>
          </a:xfrm>
        </p:spPr>
        <p:txBody>
          <a:bodyPr wrap="square" lIns="144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Ellipse">
            <a:extLst>
              <a:ext uri="{FF2B5EF4-FFF2-40B4-BE49-F238E27FC236}">
                <a16:creationId xmlns:a16="http://schemas.microsoft.com/office/drawing/2014/main" id="{A2846692-1038-829F-19E7-63F09E48F7FA}"/>
              </a:ext>
            </a:extLst>
          </p:cNvPr>
          <p:cNvSpPr/>
          <p:nvPr userDrawn="1"/>
        </p:nvSpPr>
        <p:spPr>
          <a:xfrm>
            <a:off x="591185" y="2613976"/>
            <a:ext cx="540000" cy="540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8981C06E-0172-C231-4E86-272E8841736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1131185" y="3669225"/>
            <a:ext cx="4839454" cy="1040400"/>
          </a:xfrm>
        </p:spPr>
        <p:txBody>
          <a:bodyPr wrap="square" lIns="144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Ellipse">
            <a:extLst>
              <a:ext uri="{FF2B5EF4-FFF2-40B4-BE49-F238E27FC236}">
                <a16:creationId xmlns:a16="http://schemas.microsoft.com/office/drawing/2014/main" id="{60E14D21-00E8-7167-0592-1FCEE682A6C5}"/>
              </a:ext>
            </a:extLst>
          </p:cNvPr>
          <p:cNvSpPr/>
          <p:nvPr userDrawn="1"/>
        </p:nvSpPr>
        <p:spPr>
          <a:xfrm>
            <a:off x="591185" y="3919425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D9AB5896-ED43-3B9A-7EA9-952AAF5EB4EC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7"/>
            </p:custDataLst>
          </p:nvPr>
        </p:nvSpPr>
        <p:spPr>
          <a:xfrm>
            <a:off x="1131185" y="4969724"/>
            <a:ext cx="4839454" cy="1040400"/>
          </a:xfrm>
        </p:spPr>
        <p:txBody>
          <a:bodyPr wrap="square" lIns="144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4" name="Ellipse">
            <a:extLst>
              <a:ext uri="{FF2B5EF4-FFF2-40B4-BE49-F238E27FC236}">
                <a16:creationId xmlns:a16="http://schemas.microsoft.com/office/drawing/2014/main" id="{88D793F7-60A2-BB41-80A8-3997B6F492BD}"/>
              </a:ext>
            </a:extLst>
          </p:cNvPr>
          <p:cNvSpPr/>
          <p:nvPr userDrawn="1"/>
        </p:nvSpPr>
        <p:spPr>
          <a:xfrm>
            <a:off x="591185" y="5219924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9D6953B-1A2D-6115-EC28-2B379C820B1E}"/>
              </a:ext>
            </a:extLst>
          </p:cNvPr>
          <p:cNvGrpSpPr/>
          <p:nvPr userDrawn="1"/>
        </p:nvGrpSpPr>
        <p:grpSpPr>
          <a:xfrm>
            <a:off x="744185" y="5372924"/>
            <a:ext cx="234000" cy="234000"/>
            <a:chOff x="819150" y="5518903"/>
            <a:chExt cx="288000" cy="288000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B270CD0-F392-FD69-DDA5-455E75BEDF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19150" y="5662903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2D7CCDE-AD9D-E053-19C1-2798569F0F6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63150" y="5518903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7D0E4A0-51D3-DC6C-910D-6F15E8E0B0C5}"/>
              </a:ext>
            </a:extLst>
          </p:cNvPr>
          <p:cNvGrpSpPr/>
          <p:nvPr userDrawn="1"/>
        </p:nvGrpSpPr>
        <p:grpSpPr>
          <a:xfrm>
            <a:off x="744185" y="4072425"/>
            <a:ext cx="234000" cy="234000"/>
            <a:chOff x="819150" y="5518903"/>
            <a:chExt cx="288000" cy="28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CFC5CC4-165B-AEA0-551F-862C0DC9154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19150" y="5662903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23AC1B7-0161-CD2B-FCBB-5E145E2C1F7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63150" y="5518903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FCBED6C-4F28-DCCC-E744-D39A9B90D5E4}"/>
              </a:ext>
            </a:extLst>
          </p:cNvPr>
          <p:cNvGrpSpPr/>
          <p:nvPr userDrawn="1"/>
        </p:nvGrpSpPr>
        <p:grpSpPr>
          <a:xfrm>
            <a:off x="749390" y="2766976"/>
            <a:ext cx="234000" cy="234000"/>
            <a:chOff x="819150" y="5518903"/>
            <a:chExt cx="288000" cy="288000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7AA1B19-12C0-2824-CC4D-EB8532CB06F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19150" y="5662903"/>
              <a:ext cx="288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C790BD3-9047-DE9A-0680-F20650BA33B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63150" y="5518903"/>
              <a:ext cx="0" cy="288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EDABEB3-8F13-DB8D-05E1-0F911E70E00B}"/>
              </a:ext>
            </a:extLst>
          </p:cNvPr>
          <p:cNvGrpSpPr/>
          <p:nvPr userDrawn="1"/>
        </p:nvGrpSpPr>
        <p:grpSpPr>
          <a:xfrm>
            <a:off x="6378170" y="4072425"/>
            <a:ext cx="234000" cy="234000"/>
            <a:chOff x="819150" y="5518903"/>
            <a:chExt cx="288000" cy="28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E0CE233-E227-D489-AEEF-FCC983A958C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19150" y="5662903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79EC8DE-ED51-5E1B-6B09-BD0A68BA62F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63150" y="5518903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888D813-4D3E-6982-4D31-4BFCEAE6131B}"/>
              </a:ext>
            </a:extLst>
          </p:cNvPr>
          <p:cNvGrpSpPr/>
          <p:nvPr userDrawn="1"/>
        </p:nvGrpSpPr>
        <p:grpSpPr>
          <a:xfrm>
            <a:off x="6378170" y="2766976"/>
            <a:ext cx="234000" cy="234000"/>
            <a:chOff x="819150" y="5518903"/>
            <a:chExt cx="288000" cy="288000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5B589B3-74CD-339B-5DF0-9A87EC2B18A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19150" y="5662903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E41557F-7DB2-96BB-AE68-AA146E3A154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63150" y="5518903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90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EEBD78-4E2C-3193-8BED-095344D0279C}"/>
              </a:ext>
            </a:extLst>
          </p:cNvPr>
          <p:cNvSpPr/>
          <p:nvPr userDrawn="1"/>
        </p:nvSpPr>
        <p:spPr>
          <a:xfrm>
            <a:off x="533400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1185" y="6192493"/>
            <a:ext cx="11001436" cy="175260"/>
            <a:chOff x="-8374441" y="6004560"/>
            <a:chExt cx="11001436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74441" y="6092190"/>
              <a:ext cx="1100143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Arc 25">
            <a:extLst>
              <a:ext uri="{FF2B5EF4-FFF2-40B4-BE49-F238E27FC236}">
                <a16:creationId xmlns:a16="http://schemas.microsoft.com/office/drawing/2014/main" id="{0D78E7E1-B888-4DE7-70E1-CC47C4A4C96B}"/>
              </a:ext>
            </a:extLst>
          </p:cNvPr>
          <p:cNvSpPr/>
          <p:nvPr userDrawn="1"/>
        </p:nvSpPr>
        <p:spPr>
          <a:xfrm rot="16200000">
            <a:off x="9598849" y="-1294167"/>
            <a:ext cx="2593151" cy="2593151"/>
          </a:xfrm>
          <a:prstGeom prst="arc">
            <a:avLst>
              <a:gd name="adj1" fmla="val 5405943"/>
              <a:gd name="adj2" fmla="val 1621157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9D50986A-965F-2312-96F7-56DD36FBBE9F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3"/>
            </p:custDataLst>
          </p:nvPr>
        </p:nvSpPr>
        <p:spPr>
          <a:xfrm>
            <a:off x="6765170" y="2363776"/>
            <a:ext cx="4839454" cy="1040400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Ellipse">
            <a:extLst>
              <a:ext uri="{FF2B5EF4-FFF2-40B4-BE49-F238E27FC236}">
                <a16:creationId xmlns:a16="http://schemas.microsoft.com/office/drawing/2014/main" id="{8A7C1170-4D31-08CC-5514-A9154AE82448}"/>
              </a:ext>
            </a:extLst>
          </p:cNvPr>
          <p:cNvSpPr/>
          <p:nvPr userDrawn="1"/>
        </p:nvSpPr>
        <p:spPr>
          <a:xfrm>
            <a:off x="6225170" y="2613976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79AE275D-3E3D-EAB3-A6ED-26887FB0471C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4"/>
            </p:custDataLst>
          </p:nvPr>
        </p:nvSpPr>
        <p:spPr>
          <a:xfrm>
            <a:off x="6765170" y="3669225"/>
            <a:ext cx="4839454" cy="1040400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Ellipse">
            <a:extLst>
              <a:ext uri="{FF2B5EF4-FFF2-40B4-BE49-F238E27FC236}">
                <a16:creationId xmlns:a16="http://schemas.microsoft.com/office/drawing/2014/main" id="{D48E060E-FA13-C014-7B91-8DF50AB52DDB}"/>
              </a:ext>
            </a:extLst>
          </p:cNvPr>
          <p:cNvSpPr/>
          <p:nvPr userDrawn="1"/>
        </p:nvSpPr>
        <p:spPr>
          <a:xfrm>
            <a:off x="6225170" y="3919425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 Placeholder 1">
            <a:extLst>
              <a:ext uri="{FF2B5EF4-FFF2-40B4-BE49-F238E27FC236}">
                <a16:creationId xmlns:a16="http://schemas.microsoft.com/office/drawing/2014/main" id="{6F607793-E17A-EC8A-C2AB-50B4E7A70865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5"/>
            </p:custDataLst>
          </p:nvPr>
        </p:nvSpPr>
        <p:spPr>
          <a:xfrm>
            <a:off x="1131185" y="2364603"/>
            <a:ext cx="4839454" cy="1038746"/>
          </a:xfrm>
        </p:spPr>
        <p:txBody>
          <a:bodyPr wrap="square" lIns="144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Ellipse">
            <a:extLst>
              <a:ext uri="{FF2B5EF4-FFF2-40B4-BE49-F238E27FC236}">
                <a16:creationId xmlns:a16="http://schemas.microsoft.com/office/drawing/2014/main" id="{A2846692-1038-829F-19E7-63F09E48F7FA}"/>
              </a:ext>
            </a:extLst>
          </p:cNvPr>
          <p:cNvSpPr/>
          <p:nvPr userDrawn="1"/>
        </p:nvSpPr>
        <p:spPr>
          <a:xfrm>
            <a:off x="591185" y="2613976"/>
            <a:ext cx="540000" cy="540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981C06E-0172-C231-4E86-272E8841736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1131185" y="3669225"/>
            <a:ext cx="4839454" cy="1040400"/>
          </a:xfrm>
        </p:spPr>
        <p:txBody>
          <a:bodyPr wrap="square" lIns="144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Ellipse">
            <a:extLst>
              <a:ext uri="{FF2B5EF4-FFF2-40B4-BE49-F238E27FC236}">
                <a16:creationId xmlns:a16="http://schemas.microsoft.com/office/drawing/2014/main" id="{60E14D21-00E8-7167-0592-1FCEE682A6C5}"/>
              </a:ext>
            </a:extLst>
          </p:cNvPr>
          <p:cNvSpPr/>
          <p:nvPr userDrawn="1"/>
        </p:nvSpPr>
        <p:spPr>
          <a:xfrm>
            <a:off x="591185" y="3919425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D9AB5896-ED43-3B9A-7EA9-952AAF5EB4EC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7"/>
            </p:custDataLst>
          </p:nvPr>
        </p:nvSpPr>
        <p:spPr>
          <a:xfrm>
            <a:off x="1131185" y="4969724"/>
            <a:ext cx="4839454" cy="1040400"/>
          </a:xfrm>
        </p:spPr>
        <p:txBody>
          <a:bodyPr wrap="square" lIns="144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4" name="Ellipse">
            <a:extLst>
              <a:ext uri="{FF2B5EF4-FFF2-40B4-BE49-F238E27FC236}">
                <a16:creationId xmlns:a16="http://schemas.microsoft.com/office/drawing/2014/main" id="{88D793F7-60A2-BB41-80A8-3997B6F492BD}"/>
              </a:ext>
            </a:extLst>
          </p:cNvPr>
          <p:cNvSpPr/>
          <p:nvPr userDrawn="1"/>
        </p:nvSpPr>
        <p:spPr>
          <a:xfrm>
            <a:off x="591185" y="5219924"/>
            <a:ext cx="540000" cy="54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9D6953B-1A2D-6115-EC28-2B379C820B1E}"/>
              </a:ext>
            </a:extLst>
          </p:cNvPr>
          <p:cNvGrpSpPr/>
          <p:nvPr userDrawn="1"/>
        </p:nvGrpSpPr>
        <p:grpSpPr>
          <a:xfrm>
            <a:off x="744185" y="5372924"/>
            <a:ext cx="234000" cy="234000"/>
            <a:chOff x="819150" y="5518903"/>
            <a:chExt cx="288000" cy="288000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B270CD0-F392-FD69-DDA5-455E75BEDF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19150" y="5662903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2D7CCDE-AD9D-E053-19C1-2798569F0F6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63150" y="5518903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7D0E4A0-51D3-DC6C-910D-6F15E8E0B0C5}"/>
              </a:ext>
            </a:extLst>
          </p:cNvPr>
          <p:cNvGrpSpPr/>
          <p:nvPr userDrawn="1"/>
        </p:nvGrpSpPr>
        <p:grpSpPr>
          <a:xfrm>
            <a:off x="744185" y="4072425"/>
            <a:ext cx="234000" cy="234000"/>
            <a:chOff x="819150" y="5518903"/>
            <a:chExt cx="288000" cy="28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CFC5CC4-165B-AEA0-551F-862C0DC9154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19150" y="5662903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23AC1B7-0161-CD2B-FCBB-5E145E2C1F7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63150" y="5518903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FCBED6C-4F28-DCCC-E744-D39A9B90D5E4}"/>
              </a:ext>
            </a:extLst>
          </p:cNvPr>
          <p:cNvGrpSpPr/>
          <p:nvPr userDrawn="1"/>
        </p:nvGrpSpPr>
        <p:grpSpPr>
          <a:xfrm>
            <a:off x="749390" y="2766976"/>
            <a:ext cx="234000" cy="234000"/>
            <a:chOff x="819150" y="5518903"/>
            <a:chExt cx="288000" cy="288000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7AA1B19-12C0-2824-CC4D-EB8532CB06F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19150" y="5662903"/>
              <a:ext cx="288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C790BD3-9047-DE9A-0680-F20650BA33B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63150" y="5518903"/>
              <a:ext cx="0" cy="288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EDABEB3-8F13-DB8D-05E1-0F911E70E00B}"/>
              </a:ext>
            </a:extLst>
          </p:cNvPr>
          <p:cNvGrpSpPr/>
          <p:nvPr userDrawn="1"/>
        </p:nvGrpSpPr>
        <p:grpSpPr>
          <a:xfrm>
            <a:off x="6378170" y="4072425"/>
            <a:ext cx="234000" cy="234000"/>
            <a:chOff x="819150" y="5518903"/>
            <a:chExt cx="288000" cy="28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E0CE233-E227-D489-AEEF-FCC983A958C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19150" y="5662903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79EC8DE-ED51-5E1B-6B09-BD0A68BA62F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63150" y="5518903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888D813-4D3E-6982-4D31-4BFCEAE6131B}"/>
              </a:ext>
            </a:extLst>
          </p:cNvPr>
          <p:cNvGrpSpPr/>
          <p:nvPr userDrawn="1"/>
        </p:nvGrpSpPr>
        <p:grpSpPr>
          <a:xfrm>
            <a:off x="6378170" y="2766976"/>
            <a:ext cx="234000" cy="234000"/>
            <a:chOff x="819150" y="5518903"/>
            <a:chExt cx="288000" cy="288000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5B589B3-74CD-339B-5DF0-9A87EC2B18A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19150" y="5662903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E41557F-7DB2-96BB-AE68-AA146E3A154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63150" y="5518903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9270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5F36EDA-16B1-923C-62F8-5D439E164125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022565-B0EE-3023-8D68-2652084517D5}"/>
              </a:ext>
            </a:extLst>
          </p:cNvPr>
          <p:cNvCxnSpPr>
            <a:cxnSpLocks/>
          </p:cNvCxnSpPr>
          <p:nvPr userDrawn="1"/>
        </p:nvCxnSpPr>
        <p:spPr>
          <a:xfrm>
            <a:off x="591185" y="73536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343BC6-78EE-31EE-0E58-01948939F618}"/>
              </a:ext>
            </a:extLst>
          </p:cNvPr>
          <p:cNvCxnSpPr>
            <a:cxnSpLocks/>
          </p:cNvCxnSpPr>
          <p:nvPr userDrawn="1"/>
        </p:nvCxnSpPr>
        <p:spPr>
          <a:xfrm>
            <a:off x="591185" y="58191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9A109-01CD-C315-7CED-661F4B258EE7}"/>
              </a:ext>
            </a:extLst>
          </p:cNvPr>
          <p:cNvCxnSpPr>
            <a:cxnSpLocks/>
          </p:cNvCxnSpPr>
          <p:nvPr userDrawn="1"/>
        </p:nvCxnSpPr>
        <p:spPr>
          <a:xfrm>
            <a:off x="591185" y="658635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9380" y="1325295"/>
            <a:ext cx="538867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 userDrawn="1">
            <p:ph type="body" idx="29" hasCustomPrompt="1"/>
            <p:custDataLst>
              <p:tags r:id="rId3"/>
            </p:custDataLst>
          </p:nvPr>
        </p:nvSpPr>
        <p:spPr>
          <a:xfrm>
            <a:off x="6211289" y="1325295"/>
            <a:ext cx="5388669" cy="1332467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4" name="Table">
            <a:extLst>
              <a:ext uri="{FF2B5EF4-FFF2-40B4-BE49-F238E27FC236}">
                <a16:creationId xmlns:a16="http://schemas.microsoft.com/office/drawing/2014/main" id="{C2B9F8BD-3D53-9A19-FA3F-974D9C9399CC}"/>
              </a:ext>
            </a:extLst>
          </p:cNvPr>
          <p:cNvSpPr>
            <a:spLocks noGrp="1"/>
          </p:cNvSpPr>
          <p:nvPr userDrawn="1">
            <p:ph type="tbl" sz="quarter" idx="30"/>
          </p:nvPr>
        </p:nvSpPr>
        <p:spPr>
          <a:xfrm>
            <a:off x="587375" y="2893674"/>
            <a:ext cx="11017250" cy="3380126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82088D0-E1CB-949E-FB6D-681A8A55F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3425" y="490438"/>
            <a:ext cx="2581200" cy="187523"/>
          </a:xfrm>
          <a:prstGeom prst="rect">
            <a:avLst/>
          </a:prstGeom>
        </p:spPr>
      </p:pic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32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5F36EDA-16B1-923C-62F8-5D439E164125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022565-B0EE-3023-8D68-2652084517D5}"/>
              </a:ext>
            </a:extLst>
          </p:cNvPr>
          <p:cNvCxnSpPr>
            <a:cxnSpLocks/>
          </p:cNvCxnSpPr>
          <p:nvPr userDrawn="1"/>
        </p:nvCxnSpPr>
        <p:spPr>
          <a:xfrm>
            <a:off x="591185" y="73536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343BC6-78EE-31EE-0E58-01948939F618}"/>
              </a:ext>
            </a:extLst>
          </p:cNvPr>
          <p:cNvCxnSpPr>
            <a:cxnSpLocks/>
          </p:cNvCxnSpPr>
          <p:nvPr userDrawn="1"/>
        </p:nvCxnSpPr>
        <p:spPr>
          <a:xfrm>
            <a:off x="591185" y="58191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9A109-01CD-C315-7CED-661F4B258EE7}"/>
              </a:ext>
            </a:extLst>
          </p:cNvPr>
          <p:cNvCxnSpPr>
            <a:cxnSpLocks/>
          </p:cNvCxnSpPr>
          <p:nvPr userDrawn="1"/>
        </p:nvCxnSpPr>
        <p:spPr>
          <a:xfrm>
            <a:off x="591185" y="658635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9380" y="1325295"/>
            <a:ext cx="538867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 userDrawn="1">
            <p:ph type="body" idx="29" hasCustomPrompt="1"/>
            <p:custDataLst>
              <p:tags r:id="rId3"/>
            </p:custDataLst>
          </p:nvPr>
        </p:nvSpPr>
        <p:spPr>
          <a:xfrm>
            <a:off x="6211289" y="1325295"/>
            <a:ext cx="5388669" cy="1332467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4" name="Table">
            <a:extLst>
              <a:ext uri="{FF2B5EF4-FFF2-40B4-BE49-F238E27FC236}">
                <a16:creationId xmlns:a16="http://schemas.microsoft.com/office/drawing/2014/main" id="{C2B9F8BD-3D53-9A19-FA3F-974D9C9399CC}"/>
              </a:ext>
            </a:extLst>
          </p:cNvPr>
          <p:cNvSpPr>
            <a:spLocks noGrp="1"/>
          </p:cNvSpPr>
          <p:nvPr userDrawn="1">
            <p:ph type="tbl" sz="quarter" idx="30"/>
          </p:nvPr>
        </p:nvSpPr>
        <p:spPr>
          <a:xfrm>
            <a:off x="587375" y="2893674"/>
            <a:ext cx="11017250" cy="3380126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3EA6150-09F5-C348-E874-F522D54AB2C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3425" y="490438"/>
            <a:ext cx="2581200" cy="187523"/>
          </a:xfrm>
          <a:prstGeom prst="rect">
            <a:avLst/>
          </a:prstGeom>
        </p:spPr>
      </p:pic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274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BF06C5-C734-0D5C-D7AE-3E785FC18696}"/>
              </a:ext>
            </a:extLst>
          </p:cNvPr>
          <p:cNvSpPr/>
          <p:nvPr userDrawn="1"/>
        </p:nvSpPr>
        <p:spPr>
          <a:xfrm>
            <a:off x="6201188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D1D2C6-65CC-A183-8535-526E20ABBBF9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022565-B0EE-3023-8D68-2652084517D5}"/>
              </a:ext>
            </a:extLst>
          </p:cNvPr>
          <p:cNvCxnSpPr>
            <a:cxnSpLocks/>
          </p:cNvCxnSpPr>
          <p:nvPr userDrawn="1"/>
        </p:nvCxnSpPr>
        <p:spPr>
          <a:xfrm>
            <a:off x="591185" y="73536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343BC6-78EE-31EE-0E58-01948939F618}"/>
              </a:ext>
            </a:extLst>
          </p:cNvPr>
          <p:cNvCxnSpPr>
            <a:cxnSpLocks/>
          </p:cNvCxnSpPr>
          <p:nvPr userDrawn="1"/>
        </p:nvCxnSpPr>
        <p:spPr>
          <a:xfrm>
            <a:off x="591185" y="58191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9A109-01CD-C315-7CED-661F4B258EE7}"/>
              </a:ext>
            </a:extLst>
          </p:cNvPr>
          <p:cNvCxnSpPr>
            <a:cxnSpLocks/>
          </p:cNvCxnSpPr>
          <p:nvPr userDrawn="1"/>
        </p:nvCxnSpPr>
        <p:spPr>
          <a:xfrm>
            <a:off x="591185" y="658635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4" name="Text Placeholder">
            <a:extLst>
              <a:ext uri="{FF2B5EF4-FFF2-40B4-BE49-F238E27FC236}">
                <a16:creationId xmlns:a16="http://schemas.microsoft.com/office/drawing/2014/main" id="{2737DA5B-E277-5DA0-4B36-497CD2AB93BE}"/>
              </a:ext>
            </a:extLst>
          </p:cNvPr>
          <p:cNvSpPr>
            <a:spLocks noGrp="1"/>
          </p:cNvSpPr>
          <p:nvPr userDrawn="1">
            <p:ph type="body" idx="25" hasCustomPrompt="1"/>
            <p:custDataLst>
              <p:tags r:id="rId3"/>
            </p:custDataLst>
          </p:nvPr>
        </p:nvSpPr>
        <p:spPr>
          <a:xfrm>
            <a:off x="587374" y="4972379"/>
            <a:ext cx="5400676" cy="1047068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5" name="Text Placeholder">
            <a:extLst>
              <a:ext uri="{FF2B5EF4-FFF2-40B4-BE49-F238E27FC236}">
                <a16:creationId xmlns:a16="http://schemas.microsoft.com/office/drawing/2014/main" id="{12F4E811-2683-6EF3-8373-16397EF9964D}"/>
              </a:ext>
            </a:extLst>
          </p:cNvPr>
          <p:cNvSpPr>
            <a:spLocks noGrp="1"/>
          </p:cNvSpPr>
          <p:nvPr userDrawn="1">
            <p:ph type="body" idx="29" hasCustomPrompt="1"/>
            <p:custDataLst>
              <p:tags r:id="rId4"/>
            </p:custDataLst>
          </p:nvPr>
        </p:nvSpPr>
        <p:spPr>
          <a:xfrm>
            <a:off x="6210046" y="4972378"/>
            <a:ext cx="5399124" cy="10476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BDA78F5E-A323-6C30-6FA3-522DC96091FF}"/>
              </a:ext>
            </a:extLst>
          </p:cNvPr>
          <p:cNvSpPr>
            <a:spLocks noGrp="1"/>
          </p:cNvSpPr>
          <p:nvPr userDrawn="1">
            <p:ph type="body" idx="31" hasCustomPrompt="1"/>
            <p:custDataLst>
              <p:tags r:id="rId5"/>
            </p:custDataLst>
          </p:nvPr>
        </p:nvSpPr>
        <p:spPr>
          <a:xfrm>
            <a:off x="587374" y="4410473"/>
            <a:ext cx="5400676" cy="553998"/>
          </a:xfrm>
        </p:spPr>
        <p:txBody>
          <a:bodyPr wrap="square" lIns="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8" name="Subtitle Placeholder">
            <a:extLst>
              <a:ext uri="{FF2B5EF4-FFF2-40B4-BE49-F238E27FC236}">
                <a16:creationId xmlns:a16="http://schemas.microsoft.com/office/drawing/2014/main" id="{8930627B-97B0-9008-9126-78E50DDEB905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6"/>
            </p:custDataLst>
          </p:nvPr>
        </p:nvSpPr>
        <p:spPr>
          <a:xfrm>
            <a:off x="6210562" y="4410473"/>
            <a:ext cx="5399124" cy="553998"/>
          </a:xfrm>
        </p:spPr>
        <p:txBody>
          <a:bodyPr wrap="square" lIns="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BCAD96E-96A1-C064-BF18-3D244510A70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73938" y="-2287"/>
            <a:ext cx="1518061" cy="1537382"/>
          </a:xfrm>
          <a:prstGeom prst="rect">
            <a:avLst/>
          </a:prstGeom>
        </p:spPr>
      </p:pic>
      <p:sp>
        <p:nvSpPr>
          <p:cNvPr id="2" name="Radial">
            <a:extLst>
              <a:ext uri="{FF2B5EF4-FFF2-40B4-BE49-F238E27FC236}">
                <a16:creationId xmlns:a16="http://schemas.microsoft.com/office/drawing/2014/main" id="{8058072A-3FE8-6D68-2DC7-E77326991109}"/>
              </a:ext>
            </a:extLst>
          </p:cNvPr>
          <p:cNvSpPr/>
          <p:nvPr userDrawn="1"/>
        </p:nvSpPr>
        <p:spPr>
          <a:xfrm>
            <a:off x="828032" y="2447527"/>
            <a:ext cx="1782804" cy="178280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402D2741-8735-E597-D751-8A778F0EA52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447527"/>
            <a:ext cx="1782804" cy="1782804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7" name="Percent Placeholder">
            <a:extLst>
              <a:ext uri="{FF2B5EF4-FFF2-40B4-BE49-F238E27FC236}">
                <a16:creationId xmlns:a16="http://schemas.microsoft.com/office/drawing/2014/main" id="{0BE3BD6F-6C1A-78D6-874A-877D8CF0163E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7"/>
            </p:custDataLst>
          </p:nvPr>
        </p:nvSpPr>
        <p:spPr>
          <a:xfrm>
            <a:off x="1104585" y="2967730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  <a:endParaRPr lang="en-US" dirty="0"/>
          </a:p>
        </p:txBody>
      </p:sp>
      <p:sp>
        <p:nvSpPr>
          <p:cNvPr id="8" name="Radial">
            <a:extLst>
              <a:ext uri="{FF2B5EF4-FFF2-40B4-BE49-F238E27FC236}">
                <a16:creationId xmlns:a16="http://schemas.microsoft.com/office/drawing/2014/main" id="{0FC68A0F-2E28-752A-0E02-5E7BB3971F86}"/>
              </a:ext>
            </a:extLst>
          </p:cNvPr>
          <p:cNvSpPr/>
          <p:nvPr userDrawn="1"/>
        </p:nvSpPr>
        <p:spPr>
          <a:xfrm>
            <a:off x="6471337" y="2447527"/>
            <a:ext cx="1782804" cy="178280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82ECECD4-AF64-CED7-F0D9-A4041D6336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71337" y="2447527"/>
            <a:ext cx="1782804" cy="1782804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0" name="Percent Placeholder">
            <a:extLst>
              <a:ext uri="{FF2B5EF4-FFF2-40B4-BE49-F238E27FC236}">
                <a16:creationId xmlns:a16="http://schemas.microsoft.com/office/drawing/2014/main" id="{A9488F2A-D3E3-CA20-7F0A-0553F16B6562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8"/>
            </p:custDataLst>
          </p:nvPr>
        </p:nvSpPr>
        <p:spPr>
          <a:xfrm>
            <a:off x="6747890" y="2967730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  <a:endParaRPr lang="en-US" dirty="0"/>
          </a:p>
        </p:txBody>
      </p:sp>
      <p:pic>
        <p:nvPicPr>
          <p:cNvPr id="11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978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BF06C5-C734-0D5C-D7AE-3E785FC18696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D1D2C6-65CC-A183-8535-526E20ABBBF9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022565-B0EE-3023-8D68-2652084517D5}"/>
              </a:ext>
            </a:extLst>
          </p:cNvPr>
          <p:cNvCxnSpPr>
            <a:cxnSpLocks/>
          </p:cNvCxnSpPr>
          <p:nvPr userDrawn="1"/>
        </p:nvCxnSpPr>
        <p:spPr>
          <a:xfrm>
            <a:off x="591185" y="73536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343BC6-78EE-31EE-0E58-01948939F618}"/>
              </a:ext>
            </a:extLst>
          </p:cNvPr>
          <p:cNvCxnSpPr>
            <a:cxnSpLocks/>
          </p:cNvCxnSpPr>
          <p:nvPr userDrawn="1"/>
        </p:nvCxnSpPr>
        <p:spPr>
          <a:xfrm>
            <a:off x="591185" y="58191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9A109-01CD-C315-7CED-661F4B258EE7}"/>
              </a:ext>
            </a:extLst>
          </p:cNvPr>
          <p:cNvCxnSpPr>
            <a:cxnSpLocks/>
          </p:cNvCxnSpPr>
          <p:nvPr userDrawn="1"/>
        </p:nvCxnSpPr>
        <p:spPr>
          <a:xfrm>
            <a:off x="591185" y="658635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4" name="Text Placeholder">
            <a:extLst>
              <a:ext uri="{FF2B5EF4-FFF2-40B4-BE49-F238E27FC236}">
                <a16:creationId xmlns:a16="http://schemas.microsoft.com/office/drawing/2014/main" id="{2737DA5B-E277-5DA0-4B36-497CD2AB93BE}"/>
              </a:ext>
            </a:extLst>
          </p:cNvPr>
          <p:cNvSpPr>
            <a:spLocks noGrp="1"/>
          </p:cNvSpPr>
          <p:nvPr userDrawn="1">
            <p:ph type="body" idx="25" hasCustomPrompt="1"/>
            <p:custDataLst>
              <p:tags r:id="rId3"/>
            </p:custDataLst>
          </p:nvPr>
        </p:nvSpPr>
        <p:spPr>
          <a:xfrm>
            <a:off x="587374" y="4972379"/>
            <a:ext cx="3529014" cy="1047068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5" name="Text Placeholder">
            <a:extLst>
              <a:ext uri="{FF2B5EF4-FFF2-40B4-BE49-F238E27FC236}">
                <a16:creationId xmlns:a16="http://schemas.microsoft.com/office/drawing/2014/main" id="{12F4E811-2683-6EF3-8373-16397EF9964D}"/>
              </a:ext>
            </a:extLst>
          </p:cNvPr>
          <p:cNvSpPr>
            <a:spLocks noGrp="1"/>
          </p:cNvSpPr>
          <p:nvPr userDrawn="1">
            <p:ph type="body" idx="29" hasCustomPrompt="1"/>
            <p:custDataLst>
              <p:tags r:id="rId4"/>
            </p:custDataLst>
          </p:nvPr>
        </p:nvSpPr>
        <p:spPr>
          <a:xfrm>
            <a:off x="4333703" y="4972378"/>
            <a:ext cx="3528000" cy="10476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BDA78F5E-A323-6C30-6FA3-522DC96091FF}"/>
              </a:ext>
            </a:extLst>
          </p:cNvPr>
          <p:cNvSpPr>
            <a:spLocks noGrp="1"/>
          </p:cNvSpPr>
          <p:nvPr userDrawn="1">
            <p:ph type="body" idx="31" hasCustomPrompt="1"/>
            <p:custDataLst>
              <p:tags r:id="rId5"/>
            </p:custDataLst>
          </p:nvPr>
        </p:nvSpPr>
        <p:spPr>
          <a:xfrm>
            <a:off x="587374" y="4410473"/>
            <a:ext cx="3529014" cy="553998"/>
          </a:xfrm>
        </p:spPr>
        <p:txBody>
          <a:bodyPr wrap="square" lIns="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8" name="Subtitle Placeholder">
            <a:extLst>
              <a:ext uri="{FF2B5EF4-FFF2-40B4-BE49-F238E27FC236}">
                <a16:creationId xmlns:a16="http://schemas.microsoft.com/office/drawing/2014/main" id="{8930627B-97B0-9008-9126-78E50DDEB905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6"/>
            </p:custDataLst>
          </p:nvPr>
        </p:nvSpPr>
        <p:spPr>
          <a:xfrm>
            <a:off x="4334219" y="4410473"/>
            <a:ext cx="3528000" cy="553998"/>
          </a:xfrm>
        </p:spPr>
        <p:txBody>
          <a:bodyPr wrap="square" lIns="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7C8ECF65-B610-11B9-8519-281B5900F7EB}"/>
              </a:ext>
            </a:extLst>
          </p:cNvPr>
          <p:cNvSpPr>
            <a:spLocks noGrp="1"/>
          </p:cNvSpPr>
          <p:nvPr userDrawn="1">
            <p:ph type="body" idx="39" hasCustomPrompt="1"/>
            <p:custDataLst>
              <p:tags r:id="rId7"/>
            </p:custDataLst>
          </p:nvPr>
        </p:nvSpPr>
        <p:spPr>
          <a:xfrm>
            <a:off x="8079018" y="4972378"/>
            <a:ext cx="3528000" cy="10476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852D4A8-3E23-40C6-4AEA-BCBF2BE8A1E1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8"/>
            </p:custDataLst>
          </p:nvPr>
        </p:nvSpPr>
        <p:spPr>
          <a:xfrm>
            <a:off x="8079534" y="4410473"/>
            <a:ext cx="3528000" cy="553998"/>
          </a:xfrm>
        </p:spPr>
        <p:txBody>
          <a:bodyPr wrap="square" lIns="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928FA01-DAA2-BC69-C2BC-EF6E2E8C3C7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73938" y="-2287"/>
            <a:ext cx="1518061" cy="1537382"/>
          </a:xfrm>
          <a:prstGeom prst="rect">
            <a:avLst/>
          </a:prstGeom>
        </p:spPr>
      </p:pic>
      <p:sp>
        <p:nvSpPr>
          <p:cNvPr id="2" name="Radial">
            <a:extLst>
              <a:ext uri="{FF2B5EF4-FFF2-40B4-BE49-F238E27FC236}">
                <a16:creationId xmlns:a16="http://schemas.microsoft.com/office/drawing/2014/main" id="{8058072A-3FE8-6D68-2DC7-E77326991109}"/>
              </a:ext>
            </a:extLst>
          </p:cNvPr>
          <p:cNvSpPr/>
          <p:nvPr userDrawn="1"/>
        </p:nvSpPr>
        <p:spPr>
          <a:xfrm>
            <a:off x="828032" y="2445565"/>
            <a:ext cx="1782000" cy="178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402D2741-8735-E597-D751-8A778F0EA52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445565"/>
            <a:ext cx="1782000" cy="17820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2" name="Percent Placeholder">
            <a:extLst>
              <a:ext uri="{FF2B5EF4-FFF2-40B4-BE49-F238E27FC236}">
                <a16:creationId xmlns:a16="http://schemas.microsoft.com/office/drawing/2014/main" id="{0BE3BD6F-6C1A-78D6-874A-877D8CF0163E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9"/>
            </p:custDataLst>
          </p:nvPr>
        </p:nvSpPr>
        <p:spPr>
          <a:xfrm>
            <a:off x="1104183" y="2965366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  <a:endParaRPr lang="en-US" dirty="0"/>
          </a:p>
        </p:txBody>
      </p:sp>
      <p:sp>
        <p:nvSpPr>
          <p:cNvPr id="13" name="Radial">
            <a:extLst>
              <a:ext uri="{FF2B5EF4-FFF2-40B4-BE49-F238E27FC236}">
                <a16:creationId xmlns:a16="http://schemas.microsoft.com/office/drawing/2014/main" id="{0FC68A0F-2E28-752A-0E02-5E7BB3971F86}"/>
              </a:ext>
            </a:extLst>
          </p:cNvPr>
          <p:cNvSpPr/>
          <p:nvPr userDrawn="1"/>
        </p:nvSpPr>
        <p:spPr>
          <a:xfrm>
            <a:off x="4594994" y="2445565"/>
            <a:ext cx="1782000" cy="178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82ECECD4-AF64-CED7-F0D9-A4041D6336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4994" y="2445565"/>
            <a:ext cx="1782000" cy="17820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5" name="Percent Placeholder">
            <a:extLst>
              <a:ext uri="{FF2B5EF4-FFF2-40B4-BE49-F238E27FC236}">
                <a16:creationId xmlns:a16="http://schemas.microsoft.com/office/drawing/2014/main" id="{A9488F2A-D3E3-CA20-7F0A-0553F16B6562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10"/>
            </p:custDataLst>
          </p:nvPr>
        </p:nvSpPr>
        <p:spPr>
          <a:xfrm>
            <a:off x="4871145" y="2965366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  <a:endParaRPr lang="en-US" dirty="0"/>
          </a:p>
        </p:txBody>
      </p:sp>
      <p:sp>
        <p:nvSpPr>
          <p:cNvPr id="17" name="Radial">
            <a:extLst>
              <a:ext uri="{FF2B5EF4-FFF2-40B4-BE49-F238E27FC236}">
                <a16:creationId xmlns:a16="http://schemas.microsoft.com/office/drawing/2014/main" id="{B5FEA853-6D55-6FE8-209A-4099B3DB9CB6}"/>
              </a:ext>
            </a:extLst>
          </p:cNvPr>
          <p:cNvSpPr/>
          <p:nvPr userDrawn="1"/>
        </p:nvSpPr>
        <p:spPr>
          <a:xfrm>
            <a:off x="8340309" y="2445565"/>
            <a:ext cx="1782000" cy="178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20" name="Circle">
            <a:extLst>
              <a:ext uri="{FF2B5EF4-FFF2-40B4-BE49-F238E27FC236}">
                <a16:creationId xmlns:a16="http://schemas.microsoft.com/office/drawing/2014/main" id="{33CB4B5A-9EEC-232E-B584-6F40B27ABE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40309" y="2445565"/>
            <a:ext cx="1782000" cy="17820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22" name="Percent Placeholder">
            <a:extLst>
              <a:ext uri="{FF2B5EF4-FFF2-40B4-BE49-F238E27FC236}">
                <a16:creationId xmlns:a16="http://schemas.microsoft.com/office/drawing/2014/main" id="{90C1FDDE-E10B-5934-5589-C20FC0B96010}"/>
              </a:ext>
            </a:extLst>
          </p:cNvPr>
          <p:cNvSpPr>
            <a:spLocks noGrp="1"/>
          </p:cNvSpPr>
          <p:nvPr>
            <p:ph type="body" sz="quarter" idx="38" hasCustomPrompt="1"/>
            <p:custDataLst>
              <p:tags r:id="rId11"/>
            </p:custDataLst>
          </p:nvPr>
        </p:nvSpPr>
        <p:spPr>
          <a:xfrm>
            <a:off x="8616460" y="2965366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  <a:endParaRPr lang="en-US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277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BF06C5-C734-0D5C-D7AE-3E785FC18696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D1D2C6-65CC-A183-8535-526E20ABBBF9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022565-B0EE-3023-8D68-2652084517D5}"/>
              </a:ext>
            </a:extLst>
          </p:cNvPr>
          <p:cNvCxnSpPr>
            <a:cxnSpLocks/>
          </p:cNvCxnSpPr>
          <p:nvPr userDrawn="1"/>
        </p:nvCxnSpPr>
        <p:spPr>
          <a:xfrm>
            <a:off x="591185" y="73536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343BC6-78EE-31EE-0E58-01948939F618}"/>
              </a:ext>
            </a:extLst>
          </p:cNvPr>
          <p:cNvCxnSpPr>
            <a:cxnSpLocks/>
          </p:cNvCxnSpPr>
          <p:nvPr userDrawn="1"/>
        </p:nvCxnSpPr>
        <p:spPr>
          <a:xfrm>
            <a:off x="591185" y="58191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9A109-01CD-C315-7CED-661F4B258EE7}"/>
              </a:ext>
            </a:extLst>
          </p:cNvPr>
          <p:cNvCxnSpPr>
            <a:cxnSpLocks/>
          </p:cNvCxnSpPr>
          <p:nvPr userDrawn="1"/>
        </p:nvCxnSpPr>
        <p:spPr>
          <a:xfrm>
            <a:off x="591185" y="658635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34" name="Text Placeholder">
            <a:extLst>
              <a:ext uri="{FF2B5EF4-FFF2-40B4-BE49-F238E27FC236}">
                <a16:creationId xmlns:a16="http://schemas.microsoft.com/office/drawing/2014/main" id="{2737DA5B-E277-5DA0-4B36-497CD2AB93BE}"/>
              </a:ext>
            </a:extLst>
          </p:cNvPr>
          <p:cNvSpPr>
            <a:spLocks noGrp="1"/>
          </p:cNvSpPr>
          <p:nvPr userDrawn="1">
            <p:ph type="body" idx="25" hasCustomPrompt="1"/>
            <p:custDataLst>
              <p:tags r:id="rId3"/>
            </p:custDataLst>
          </p:nvPr>
        </p:nvSpPr>
        <p:spPr>
          <a:xfrm>
            <a:off x="587374" y="4752985"/>
            <a:ext cx="2592389" cy="1287134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5" name="Text Placeholder">
            <a:extLst>
              <a:ext uri="{FF2B5EF4-FFF2-40B4-BE49-F238E27FC236}">
                <a16:creationId xmlns:a16="http://schemas.microsoft.com/office/drawing/2014/main" id="{12F4E811-2683-6EF3-8373-16397EF9964D}"/>
              </a:ext>
            </a:extLst>
          </p:cNvPr>
          <p:cNvSpPr>
            <a:spLocks noGrp="1"/>
          </p:cNvSpPr>
          <p:nvPr userDrawn="1">
            <p:ph type="body" idx="29" hasCustomPrompt="1"/>
            <p:custDataLst>
              <p:tags r:id="rId4"/>
            </p:custDataLst>
          </p:nvPr>
        </p:nvSpPr>
        <p:spPr>
          <a:xfrm>
            <a:off x="3397568" y="4752984"/>
            <a:ext cx="2592000" cy="128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BDA78F5E-A323-6C30-6FA3-522DC96091FF}"/>
              </a:ext>
            </a:extLst>
          </p:cNvPr>
          <p:cNvSpPr>
            <a:spLocks noGrp="1"/>
          </p:cNvSpPr>
          <p:nvPr userDrawn="1">
            <p:ph type="body" idx="31" hasCustomPrompt="1"/>
            <p:custDataLst>
              <p:tags r:id="rId5"/>
            </p:custDataLst>
          </p:nvPr>
        </p:nvSpPr>
        <p:spPr>
          <a:xfrm>
            <a:off x="587374" y="4191079"/>
            <a:ext cx="2592389" cy="553998"/>
          </a:xfrm>
        </p:spPr>
        <p:txBody>
          <a:bodyPr wrap="square" lIns="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8" name="Subtitle Placeholder">
            <a:extLst>
              <a:ext uri="{FF2B5EF4-FFF2-40B4-BE49-F238E27FC236}">
                <a16:creationId xmlns:a16="http://schemas.microsoft.com/office/drawing/2014/main" id="{8930627B-97B0-9008-9126-78E50DDEB905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6"/>
            </p:custDataLst>
          </p:nvPr>
        </p:nvSpPr>
        <p:spPr>
          <a:xfrm>
            <a:off x="3398084" y="4191079"/>
            <a:ext cx="2592000" cy="553998"/>
          </a:xfrm>
        </p:spPr>
        <p:txBody>
          <a:bodyPr wrap="square" lIns="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7C8ECF65-B610-11B9-8519-281B5900F7EB}"/>
              </a:ext>
            </a:extLst>
          </p:cNvPr>
          <p:cNvSpPr>
            <a:spLocks noGrp="1"/>
          </p:cNvSpPr>
          <p:nvPr userDrawn="1">
            <p:ph type="body" idx="39" hasCustomPrompt="1"/>
            <p:custDataLst>
              <p:tags r:id="rId7"/>
            </p:custDataLst>
          </p:nvPr>
        </p:nvSpPr>
        <p:spPr>
          <a:xfrm>
            <a:off x="6204595" y="4752984"/>
            <a:ext cx="2592000" cy="128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852D4A8-3E23-40C6-4AEA-BCBF2BE8A1E1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8"/>
            </p:custDataLst>
          </p:nvPr>
        </p:nvSpPr>
        <p:spPr>
          <a:xfrm>
            <a:off x="6205111" y="4191079"/>
            <a:ext cx="2592000" cy="553998"/>
          </a:xfrm>
        </p:spPr>
        <p:txBody>
          <a:bodyPr wrap="square" lIns="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15A251C6-9107-FAD9-B26B-F983B4CECAF8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9"/>
            </p:custDataLst>
          </p:nvPr>
        </p:nvSpPr>
        <p:spPr>
          <a:xfrm>
            <a:off x="9015148" y="4752984"/>
            <a:ext cx="2592000" cy="128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5" name="Subtitle Placeholder">
            <a:extLst>
              <a:ext uri="{FF2B5EF4-FFF2-40B4-BE49-F238E27FC236}">
                <a16:creationId xmlns:a16="http://schemas.microsoft.com/office/drawing/2014/main" id="{1AD6992E-4E13-FC2C-127F-AE7CBD266676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0"/>
            </p:custDataLst>
          </p:nvPr>
        </p:nvSpPr>
        <p:spPr>
          <a:xfrm>
            <a:off x="9015664" y="4191079"/>
            <a:ext cx="2592000" cy="553998"/>
          </a:xfrm>
        </p:spPr>
        <p:txBody>
          <a:bodyPr wrap="square" lIns="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A5B42ADA-5D1D-432E-1819-ADFB610B5A8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673938" y="-2287"/>
            <a:ext cx="1518061" cy="1537382"/>
          </a:xfrm>
          <a:prstGeom prst="rect">
            <a:avLst/>
          </a:prstGeom>
        </p:spPr>
      </p:pic>
      <p:sp>
        <p:nvSpPr>
          <p:cNvPr id="2" name="Radial">
            <a:extLst>
              <a:ext uri="{FF2B5EF4-FFF2-40B4-BE49-F238E27FC236}">
                <a16:creationId xmlns:a16="http://schemas.microsoft.com/office/drawing/2014/main" id="{8058072A-3FE8-6D68-2DC7-E77326991109}"/>
              </a:ext>
            </a:extLst>
          </p:cNvPr>
          <p:cNvSpPr/>
          <p:nvPr userDrawn="1"/>
        </p:nvSpPr>
        <p:spPr>
          <a:xfrm>
            <a:off x="828032" y="2245191"/>
            <a:ext cx="1782000" cy="178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402D2741-8735-E597-D751-8A778F0EA52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245191"/>
            <a:ext cx="1782000" cy="17820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2" name="Percent Placeholder">
            <a:extLst>
              <a:ext uri="{FF2B5EF4-FFF2-40B4-BE49-F238E27FC236}">
                <a16:creationId xmlns:a16="http://schemas.microsoft.com/office/drawing/2014/main" id="{0BE3BD6F-6C1A-78D6-874A-877D8CF0163E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11"/>
            </p:custDataLst>
          </p:nvPr>
        </p:nvSpPr>
        <p:spPr>
          <a:xfrm>
            <a:off x="1104183" y="2764992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  <a:endParaRPr lang="en-US" dirty="0"/>
          </a:p>
        </p:txBody>
      </p:sp>
      <p:sp>
        <p:nvSpPr>
          <p:cNvPr id="13" name="Radial">
            <a:extLst>
              <a:ext uri="{FF2B5EF4-FFF2-40B4-BE49-F238E27FC236}">
                <a16:creationId xmlns:a16="http://schemas.microsoft.com/office/drawing/2014/main" id="{0FC68A0F-2E28-752A-0E02-5E7BB3971F86}"/>
              </a:ext>
            </a:extLst>
          </p:cNvPr>
          <p:cNvSpPr/>
          <p:nvPr userDrawn="1"/>
        </p:nvSpPr>
        <p:spPr>
          <a:xfrm>
            <a:off x="3658859" y="2245191"/>
            <a:ext cx="1782000" cy="178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82ECECD4-AF64-CED7-F0D9-A4041D6336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658859" y="2245191"/>
            <a:ext cx="1782000" cy="17820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5" name="Percent Placeholder">
            <a:extLst>
              <a:ext uri="{FF2B5EF4-FFF2-40B4-BE49-F238E27FC236}">
                <a16:creationId xmlns:a16="http://schemas.microsoft.com/office/drawing/2014/main" id="{A9488F2A-D3E3-CA20-7F0A-0553F16B6562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12"/>
            </p:custDataLst>
          </p:nvPr>
        </p:nvSpPr>
        <p:spPr>
          <a:xfrm>
            <a:off x="3935010" y="2764992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  <a:endParaRPr lang="en-US" dirty="0"/>
          </a:p>
        </p:txBody>
      </p:sp>
      <p:sp>
        <p:nvSpPr>
          <p:cNvPr id="22" name="Radial">
            <a:extLst>
              <a:ext uri="{FF2B5EF4-FFF2-40B4-BE49-F238E27FC236}">
                <a16:creationId xmlns:a16="http://schemas.microsoft.com/office/drawing/2014/main" id="{B5FEA853-6D55-6FE8-209A-4099B3DB9CB6}"/>
              </a:ext>
            </a:extLst>
          </p:cNvPr>
          <p:cNvSpPr/>
          <p:nvPr userDrawn="1"/>
        </p:nvSpPr>
        <p:spPr>
          <a:xfrm>
            <a:off x="6465886" y="2245191"/>
            <a:ext cx="1782000" cy="178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33" name="Circle">
            <a:extLst>
              <a:ext uri="{FF2B5EF4-FFF2-40B4-BE49-F238E27FC236}">
                <a16:creationId xmlns:a16="http://schemas.microsoft.com/office/drawing/2014/main" id="{33CB4B5A-9EEC-232E-B584-6F40B27ABE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5886" y="2245191"/>
            <a:ext cx="1782000" cy="17820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36" name="Percent Placeholder">
            <a:extLst>
              <a:ext uri="{FF2B5EF4-FFF2-40B4-BE49-F238E27FC236}">
                <a16:creationId xmlns:a16="http://schemas.microsoft.com/office/drawing/2014/main" id="{90C1FDDE-E10B-5934-5589-C20FC0B96010}"/>
              </a:ext>
            </a:extLst>
          </p:cNvPr>
          <p:cNvSpPr>
            <a:spLocks noGrp="1"/>
          </p:cNvSpPr>
          <p:nvPr>
            <p:ph type="body" sz="quarter" idx="38" hasCustomPrompt="1"/>
            <p:custDataLst>
              <p:tags r:id="rId13"/>
            </p:custDataLst>
          </p:nvPr>
        </p:nvSpPr>
        <p:spPr>
          <a:xfrm>
            <a:off x="6742037" y="2764992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  <a:endParaRPr lang="en-US" dirty="0"/>
          </a:p>
        </p:txBody>
      </p:sp>
      <p:sp>
        <p:nvSpPr>
          <p:cNvPr id="39" name="Radial">
            <a:extLst>
              <a:ext uri="{FF2B5EF4-FFF2-40B4-BE49-F238E27FC236}">
                <a16:creationId xmlns:a16="http://schemas.microsoft.com/office/drawing/2014/main" id="{D7661C72-509E-E9BD-B1B0-2A83C776B045}"/>
              </a:ext>
            </a:extLst>
          </p:cNvPr>
          <p:cNvSpPr/>
          <p:nvPr userDrawn="1"/>
        </p:nvSpPr>
        <p:spPr>
          <a:xfrm>
            <a:off x="9276439" y="2245191"/>
            <a:ext cx="1782000" cy="178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36C9E9A7-7E94-087E-EBAA-0BC7F57462F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276439" y="2245191"/>
            <a:ext cx="1782000" cy="1782000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41" name="Percent Placeholder">
            <a:extLst>
              <a:ext uri="{FF2B5EF4-FFF2-40B4-BE49-F238E27FC236}">
                <a16:creationId xmlns:a16="http://schemas.microsoft.com/office/drawing/2014/main" id="{C728C248-AF80-DA99-E451-C65F2F76CEB5}"/>
              </a:ext>
            </a:extLst>
          </p:cNvPr>
          <p:cNvSpPr>
            <a:spLocks noGrp="1"/>
          </p:cNvSpPr>
          <p:nvPr>
            <p:ph type="body" sz="quarter" idx="42" hasCustomPrompt="1"/>
            <p:custDataLst>
              <p:tags r:id="rId14"/>
            </p:custDataLst>
          </p:nvPr>
        </p:nvSpPr>
        <p:spPr>
          <a:xfrm>
            <a:off x="9552590" y="2764992"/>
            <a:ext cx="1229699" cy="742398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  <a:endParaRPr lang="en-US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525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F6CA9E-2A39-A7BA-4823-08FEF36812D2}"/>
              </a:ext>
            </a:extLst>
          </p:cNvPr>
          <p:cNvSpPr/>
          <p:nvPr userDrawn="1"/>
        </p:nvSpPr>
        <p:spPr>
          <a:xfrm>
            <a:off x="533400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022565-B0EE-3023-8D68-2652084517D5}"/>
              </a:ext>
            </a:extLst>
          </p:cNvPr>
          <p:cNvCxnSpPr>
            <a:cxnSpLocks/>
          </p:cNvCxnSpPr>
          <p:nvPr userDrawn="1"/>
        </p:nvCxnSpPr>
        <p:spPr>
          <a:xfrm>
            <a:off x="591185" y="73536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343BC6-78EE-31EE-0E58-01948939F618}"/>
              </a:ext>
            </a:extLst>
          </p:cNvPr>
          <p:cNvCxnSpPr>
            <a:cxnSpLocks/>
          </p:cNvCxnSpPr>
          <p:nvPr userDrawn="1"/>
        </p:nvCxnSpPr>
        <p:spPr>
          <a:xfrm>
            <a:off x="591185" y="58191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9A109-01CD-C315-7CED-661F4B258EE7}"/>
              </a:ext>
            </a:extLst>
          </p:cNvPr>
          <p:cNvCxnSpPr>
            <a:cxnSpLocks/>
          </p:cNvCxnSpPr>
          <p:nvPr userDrawn="1"/>
        </p:nvCxnSpPr>
        <p:spPr>
          <a:xfrm>
            <a:off x="591185" y="658635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88A2A890-5AD3-41F8-2202-BB1A55CF863E}"/>
              </a:ext>
            </a:extLst>
          </p:cNvPr>
          <p:cNvSpPr>
            <a:spLocks noGrp="1"/>
          </p:cNvSpPr>
          <p:nvPr userDrawn="1">
            <p:ph type="chart" sz="quarter" idx="31"/>
          </p:nvPr>
        </p:nvSpPr>
        <p:spPr>
          <a:xfrm>
            <a:off x="616867" y="2189480"/>
            <a:ext cx="7242845" cy="408432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6167D145-17D6-887F-8E95-8576EE9E547A}"/>
              </a:ext>
            </a:extLst>
          </p:cNvPr>
          <p:cNvSpPr>
            <a:spLocks noGrp="1"/>
          </p:cNvSpPr>
          <p:nvPr userDrawn="1">
            <p:ph type="body" idx="26" hasCustomPrompt="1"/>
            <p:custDataLst>
              <p:tags r:id="rId3"/>
            </p:custDataLst>
          </p:nvPr>
        </p:nvSpPr>
        <p:spPr>
          <a:xfrm>
            <a:off x="8307870" y="2644941"/>
            <a:ext cx="3296756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0FB00E85-5C89-2D51-4270-C9DC4C430F9F}"/>
              </a:ext>
            </a:extLst>
          </p:cNvPr>
          <p:cNvSpPr>
            <a:spLocks noGrp="1"/>
          </p:cNvSpPr>
          <p:nvPr userDrawn="1">
            <p:ph type="body" idx="25" hasCustomPrompt="1"/>
            <p:custDataLst>
              <p:tags r:id="rId4"/>
            </p:custDataLst>
          </p:nvPr>
        </p:nvSpPr>
        <p:spPr>
          <a:xfrm>
            <a:off x="8307870" y="3198939"/>
            <a:ext cx="3296756" cy="3077560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B5312777-E97E-C61F-F496-9ADD6F5A5126}"/>
              </a:ext>
            </a:extLst>
          </p:cNvPr>
          <p:cNvSpPr/>
          <p:nvPr userDrawn="1"/>
        </p:nvSpPr>
        <p:spPr>
          <a:xfrm>
            <a:off x="8075613" y="2817750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BA727AE-541B-16E1-4C3B-5D165E2BBDB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23425" y="490438"/>
            <a:ext cx="2581200" cy="187523"/>
          </a:xfrm>
          <a:prstGeom prst="rect">
            <a:avLst/>
          </a:prstGeom>
        </p:spPr>
      </p:pic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37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6824EF-8CC8-7CAE-9371-587F57D55F1C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022565-B0EE-3023-8D68-2652084517D5}"/>
              </a:ext>
            </a:extLst>
          </p:cNvPr>
          <p:cNvCxnSpPr>
            <a:cxnSpLocks/>
          </p:cNvCxnSpPr>
          <p:nvPr userDrawn="1"/>
        </p:nvCxnSpPr>
        <p:spPr>
          <a:xfrm>
            <a:off x="591185" y="73536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343BC6-78EE-31EE-0E58-01948939F618}"/>
              </a:ext>
            </a:extLst>
          </p:cNvPr>
          <p:cNvCxnSpPr>
            <a:cxnSpLocks/>
          </p:cNvCxnSpPr>
          <p:nvPr userDrawn="1"/>
        </p:nvCxnSpPr>
        <p:spPr>
          <a:xfrm>
            <a:off x="591185" y="58191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9A109-01CD-C315-7CED-661F4B258EE7}"/>
              </a:ext>
            </a:extLst>
          </p:cNvPr>
          <p:cNvCxnSpPr>
            <a:cxnSpLocks/>
          </p:cNvCxnSpPr>
          <p:nvPr userDrawn="1"/>
        </p:nvCxnSpPr>
        <p:spPr>
          <a:xfrm>
            <a:off x="591185" y="658635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5388670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88A2A890-5AD3-41F8-2202-BB1A55CF863E}"/>
              </a:ext>
            </a:extLst>
          </p:cNvPr>
          <p:cNvSpPr>
            <a:spLocks noGrp="1"/>
          </p:cNvSpPr>
          <p:nvPr userDrawn="1">
            <p:ph type="chart" sz="quarter" idx="31"/>
          </p:nvPr>
        </p:nvSpPr>
        <p:spPr>
          <a:xfrm>
            <a:off x="6211289" y="581911"/>
            <a:ext cx="5393336" cy="569189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6167D145-17D6-887F-8E95-8576EE9E547A}"/>
              </a:ext>
            </a:extLst>
          </p:cNvPr>
          <p:cNvSpPr>
            <a:spLocks noGrp="1"/>
          </p:cNvSpPr>
          <p:nvPr userDrawn="1">
            <p:ph type="body" idx="26" hasCustomPrompt="1"/>
            <p:custDataLst>
              <p:tags r:id="rId3"/>
            </p:custDataLst>
          </p:nvPr>
        </p:nvSpPr>
        <p:spPr>
          <a:xfrm>
            <a:off x="814824" y="3566470"/>
            <a:ext cx="5173225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0FB00E85-5C89-2D51-4270-C9DC4C430F9F}"/>
              </a:ext>
            </a:extLst>
          </p:cNvPr>
          <p:cNvSpPr>
            <a:spLocks noGrp="1"/>
          </p:cNvSpPr>
          <p:nvPr userDrawn="1">
            <p:ph type="body" idx="25" hasCustomPrompt="1"/>
            <p:custDataLst>
              <p:tags r:id="rId4"/>
            </p:custDataLst>
          </p:nvPr>
        </p:nvSpPr>
        <p:spPr>
          <a:xfrm>
            <a:off x="814824" y="4120468"/>
            <a:ext cx="5173225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B5312777-E97E-C61F-F496-9ADD6F5A5126}"/>
              </a:ext>
            </a:extLst>
          </p:cNvPr>
          <p:cNvSpPr/>
          <p:nvPr userDrawn="1"/>
        </p:nvSpPr>
        <p:spPr>
          <a:xfrm>
            <a:off x="582568" y="3739279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914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B7D2EA-9364-1887-0016-2AAFA1F4F92A}"/>
              </a:ext>
            </a:extLst>
          </p:cNvPr>
          <p:cNvSpPr/>
          <p:nvPr userDrawn="1"/>
        </p:nvSpPr>
        <p:spPr>
          <a:xfrm>
            <a:off x="5334000" y="0"/>
            <a:ext cx="25812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022565-B0EE-3023-8D68-2652084517D5}"/>
              </a:ext>
            </a:extLst>
          </p:cNvPr>
          <p:cNvCxnSpPr>
            <a:cxnSpLocks/>
          </p:cNvCxnSpPr>
          <p:nvPr userDrawn="1"/>
        </p:nvCxnSpPr>
        <p:spPr>
          <a:xfrm>
            <a:off x="591185" y="73536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343BC6-78EE-31EE-0E58-01948939F618}"/>
              </a:ext>
            </a:extLst>
          </p:cNvPr>
          <p:cNvCxnSpPr>
            <a:cxnSpLocks/>
          </p:cNvCxnSpPr>
          <p:nvPr userDrawn="1"/>
        </p:nvCxnSpPr>
        <p:spPr>
          <a:xfrm>
            <a:off x="591185" y="58191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9A109-01CD-C315-7CED-661F4B258EE7}"/>
              </a:ext>
            </a:extLst>
          </p:cNvPr>
          <p:cNvCxnSpPr>
            <a:cxnSpLocks/>
          </p:cNvCxnSpPr>
          <p:nvPr userDrawn="1"/>
        </p:nvCxnSpPr>
        <p:spPr>
          <a:xfrm>
            <a:off x="591185" y="658635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88A2A890-5AD3-41F8-2202-BB1A55CF863E}"/>
              </a:ext>
            </a:extLst>
          </p:cNvPr>
          <p:cNvSpPr>
            <a:spLocks noGrp="1"/>
          </p:cNvSpPr>
          <p:nvPr userDrawn="1">
            <p:ph type="chart" sz="quarter" idx="31"/>
          </p:nvPr>
        </p:nvSpPr>
        <p:spPr>
          <a:xfrm>
            <a:off x="616867" y="2189480"/>
            <a:ext cx="7242845" cy="408432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6167D145-17D6-887F-8E95-8576EE9E547A}"/>
              </a:ext>
            </a:extLst>
          </p:cNvPr>
          <p:cNvSpPr>
            <a:spLocks noGrp="1"/>
          </p:cNvSpPr>
          <p:nvPr userDrawn="1">
            <p:ph type="body" idx="26" hasCustomPrompt="1"/>
            <p:custDataLst>
              <p:tags r:id="rId3"/>
            </p:custDataLst>
          </p:nvPr>
        </p:nvSpPr>
        <p:spPr>
          <a:xfrm>
            <a:off x="8307870" y="2644941"/>
            <a:ext cx="3296756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0FB00E85-5C89-2D51-4270-C9DC4C430F9F}"/>
              </a:ext>
            </a:extLst>
          </p:cNvPr>
          <p:cNvSpPr>
            <a:spLocks noGrp="1"/>
          </p:cNvSpPr>
          <p:nvPr userDrawn="1">
            <p:ph type="body" idx="25" hasCustomPrompt="1"/>
            <p:custDataLst>
              <p:tags r:id="rId4"/>
            </p:custDataLst>
          </p:nvPr>
        </p:nvSpPr>
        <p:spPr>
          <a:xfrm>
            <a:off x="8307870" y="3198939"/>
            <a:ext cx="3296756" cy="3077560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B5312777-E97E-C61F-F496-9ADD6F5A5126}"/>
              </a:ext>
            </a:extLst>
          </p:cNvPr>
          <p:cNvSpPr/>
          <p:nvPr userDrawn="1"/>
        </p:nvSpPr>
        <p:spPr>
          <a:xfrm>
            <a:off x="8075613" y="2817750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0BD5821-CEA3-51B4-A367-B3073FD8CA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23425" y="490438"/>
            <a:ext cx="2581200" cy="187523"/>
          </a:xfrm>
          <a:prstGeom prst="rect">
            <a:avLst/>
          </a:prstGeom>
        </p:spPr>
      </p:pic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1113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88DABD-88C2-A29E-8600-15125B26C358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022565-B0EE-3023-8D68-2652084517D5}"/>
              </a:ext>
            </a:extLst>
          </p:cNvPr>
          <p:cNvCxnSpPr>
            <a:cxnSpLocks/>
          </p:cNvCxnSpPr>
          <p:nvPr userDrawn="1"/>
        </p:nvCxnSpPr>
        <p:spPr>
          <a:xfrm>
            <a:off x="591185" y="73536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343BC6-78EE-31EE-0E58-01948939F618}"/>
              </a:ext>
            </a:extLst>
          </p:cNvPr>
          <p:cNvCxnSpPr>
            <a:cxnSpLocks/>
          </p:cNvCxnSpPr>
          <p:nvPr userDrawn="1"/>
        </p:nvCxnSpPr>
        <p:spPr>
          <a:xfrm>
            <a:off x="591185" y="58191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9A109-01CD-C315-7CED-661F4B258EE7}"/>
              </a:ext>
            </a:extLst>
          </p:cNvPr>
          <p:cNvCxnSpPr>
            <a:cxnSpLocks/>
          </p:cNvCxnSpPr>
          <p:nvPr userDrawn="1"/>
        </p:nvCxnSpPr>
        <p:spPr>
          <a:xfrm>
            <a:off x="591185" y="658635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5388671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88A2A890-5AD3-41F8-2202-BB1A55CF863E}"/>
              </a:ext>
            </a:extLst>
          </p:cNvPr>
          <p:cNvSpPr>
            <a:spLocks noGrp="1"/>
          </p:cNvSpPr>
          <p:nvPr userDrawn="1">
            <p:ph type="chart" sz="quarter" idx="31"/>
          </p:nvPr>
        </p:nvSpPr>
        <p:spPr>
          <a:xfrm>
            <a:off x="6211289" y="581911"/>
            <a:ext cx="5393336" cy="569189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6167D145-17D6-887F-8E95-8576EE9E547A}"/>
              </a:ext>
            </a:extLst>
          </p:cNvPr>
          <p:cNvSpPr>
            <a:spLocks noGrp="1"/>
          </p:cNvSpPr>
          <p:nvPr userDrawn="1">
            <p:ph type="body" idx="26" hasCustomPrompt="1"/>
            <p:custDataLst>
              <p:tags r:id="rId3"/>
            </p:custDataLst>
          </p:nvPr>
        </p:nvSpPr>
        <p:spPr>
          <a:xfrm>
            <a:off x="814824" y="3566470"/>
            <a:ext cx="5173225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0FB00E85-5C89-2D51-4270-C9DC4C430F9F}"/>
              </a:ext>
            </a:extLst>
          </p:cNvPr>
          <p:cNvSpPr>
            <a:spLocks noGrp="1"/>
          </p:cNvSpPr>
          <p:nvPr userDrawn="1">
            <p:ph type="body" idx="25" hasCustomPrompt="1"/>
            <p:custDataLst>
              <p:tags r:id="rId4"/>
            </p:custDataLst>
          </p:nvPr>
        </p:nvSpPr>
        <p:spPr>
          <a:xfrm>
            <a:off x="814824" y="4120468"/>
            <a:ext cx="5173225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B5312777-E97E-C61F-F496-9ADD6F5A5126}"/>
              </a:ext>
            </a:extLst>
          </p:cNvPr>
          <p:cNvSpPr/>
          <p:nvPr userDrawn="1"/>
        </p:nvSpPr>
        <p:spPr>
          <a:xfrm>
            <a:off x="582568" y="3739279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E6FC16F-1EC0-F2BE-A488-16D9688959C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73938" y="-2287"/>
            <a:ext cx="1518061" cy="1537382"/>
          </a:xfrm>
          <a:prstGeom prst="rect">
            <a:avLst/>
          </a:prstGeom>
        </p:spPr>
      </p:pic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196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221D7BC-B2AD-3471-FFEB-B36483A5BAD3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3AACFDD-A1A5-E91A-8753-3B5380CE0344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587374" y="4974044"/>
            <a:ext cx="3529014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4331197" y="4972378"/>
            <a:ext cx="3528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Subtitle Placeholder 1">
            <a:extLst>
              <a:ext uri="{FF2B5EF4-FFF2-40B4-BE49-F238E27FC236}">
                <a16:creationId xmlns:a16="http://schemas.microsoft.com/office/drawing/2014/main" id="{3DEDFF03-DE8B-9F20-0245-6271A7339400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7374" y="4410473"/>
            <a:ext cx="352901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7E1FF189-0787-2621-03B5-C9310E0538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4331713" y="4410473"/>
            <a:ext cx="3528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8076626" y="4972378"/>
            <a:ext cx="3528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3" name="Subtitle Placeholder 3">
            <a:extLst>
              <a:ext uri="{FF2B5EF4-FFF2-40B4-BE49-F238E27FC236}">
                <a16:creationId xmlns:a16="http://schemas.microsoft.com/office/drawing/2014/main" id="{665E2C0F-CD20-B36D-9CC9-2846D848016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8076626" y="4410473"/>
            <a:ext cx="3528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4" name="Ellipse">
            <a:extLst>
              <a:ext uri="{FF2B5EF4-FFF2-40B4-BE49-F238E27FC236}">
                <a16:creationId xmlns:a16="http://schemas.microsoft.com/office/drawing/2014/main" id="{0C648F5D-DEF0-20F0-52EC-3D99F7F0B943}"/>
              </a:ext>
            </a:extLst>
          </p:cNvPr>
          <p:cNvSpPr/>
          <p:nvPr userDrawn="1"/>
        </p:nvSpPr>
        <p:spPr>
          <a:xfrm>
            <a:off x="8076626" y="3276620"/>
            <a:ext cx="3528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8E4F6A4B-F82B-B9B8-09C7-12E7D8D0EE02}"/>
              </a:ext>
            </a:extLst>
          </p:cNvPr>
          <p:cNvSpPr/>
          <p:nvPr userDrawn="1"/>
        </p:nvSpPr>
        <p:spPr>
          <a:xfrm>
            <a:off x="4352768" y="3276620"/>
            <a:ext cx="3528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8293DE6A-44B6-9556-EC12-1336ED5F3981}"/>
              </a:ext>
            </a:extLst>
          </p:cNvPr>
          <p:cNvSpPr/>
          <p:nvPr userDrawn="1"/>
        </p:nvSpPr>
        <p:spPr>
          <a:xfrm>
            <a:off x="591648" y="3276620"/>
            <a:ext cx="3528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Milestone Placeholder 1">
            <a:extLst>
              <a:ext uri="{FF2B5EF4-FFF2-40B4-BE49-F238E27FC236}">
                <a16:creationId xmlns:a16="http://schemas.microsoft.com/office/drawing/2014/main" id="{353CEC8B-02BC-C3F6-2E86-D4FBB551132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91649" y="3276226"/>
            <a:ext cx="3528000" cy="875588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3" name="Milestone Placeholder 2">
            <a:extLst>
              <a:ext uri="{FF2B5EF4-FFF2-40B4-BE49-F238E27FC236}">
                <a16:creationId xmlns:a16="http://schemas.microsoft.com/office/drawing/2014/main" id="{2F7E81ED-918A-4FBE-5AAD-A39C1858B35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4352769" y="3276620"/>
            <a:ext cx="3528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4" name="Milestone Placeholder 3">
            <a:extLst>
              <a:ext uri="{FF2B5EF4-FFF2-40B4-BE49-F238E27FC236}">
                <a16:creationId xmlns:a16="http://schemas.microsoft.com/office/drawing/2014/main" id="{3384920C-D74D-B088-CA64-EA32144F1C4B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8076626" y="3276620"/>
            <a:ext cx="3528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  <a:endCxn id="21" idx="0"/>
          </p:cNvCxnSpPr>
          <p:nvPr userDrawn="1"/>
        </p:nvCxnSpPr>
        <p:spPr>
          <a:xfrm>
            <a:off x="2355649" y="2840021"/>
            <a:ext cx="0" cy="436205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6116768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9840626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E0C79F-887D-D5D5-4325-3D7DBFC850A8}"/>
              </a:ext>
            </a:extLst>
          </p:cNvPr>
          <p:cNvGrpSpPr/>
          <p:nvPr userDrawn="1"/>
        </p:nvGrpSpPr>
        <p:grpSpPr>
          <a:xfrm>
            <a:off x="0" y="2756201"/>
            <a:ext cx="11600351" cy="175260"/>
            <a:chOff x="-8973356" y="6004560"/>
            <a:chExt cx="11600351" cy="17526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1D48D44-6B12-2414-D0B9-57B5439760B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55065D9-FD71-DAD4-ABE7-3C43AC86D8D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EC11630-6CD3-648B-7AAE-707D77C47AE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057767-97EC-55C6-2070-6BDB6235AAE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973356" y="6092190"/>
              <a:ext cx="116003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765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71B3F3B-A5F6-1F01-5776-0367BB9D1AAA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0A6496-ED95-B221-EF08-76F0906D7144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589139" y="4974044"/>
            <a:ext cx="2592389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3398554" y="4972378"/>
            <a:ext cx="2591644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Subtitle Placeholder 1">
            <a:extLst>
              <a:ext uri="{FF2B5EF4-FFF2-40B4-BE49-F238E27FC236}">
                <a16:creationId xmlns:a16="http://schemas.microsoft.com/office/drawing/2014/main" id="{3DEDFF03-DE8B-9F20-0245-6271A7339400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9139" y="4410473"/>
            <a:ext cx="2592389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7E1FF189-0787-2621-03B5-C9310E0538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3398554" y="4410473"/>
            <a:ext cx="259164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6206229" y="4972378"/>
            <a:ext cx="2591644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3" name="Subtitle Placeholder 3">
            <a:extLst>
              <a:ext uri="{FF2B5EF4-FFF2-40B4-BE49-F238E27FC236}">
                <a16:creationId xmlns:a16="http://schemas.microsoft.com/office/drawing/2014/main" id="{665E2C0F-CD20-B36D-9CC9-2846D848016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6206229" y="4410473"/>
            <a:ext cx="259164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4" name="Ellipse">
            <a:extLst>
              <a:ext uri="{FF2B5EF4-FFF2-40B4-BE49-F238E27FC236}">
                <a16:creationId xmlns:a16="http://schemas.microsoft.com/office/drawing/2014/main" id="{0C648F5D-DEF0-20F0-52EC-3D99F7F0B943}"/>
              </a:ext>
            </a:extLst>
          </p:cNvPr>
          <p:cNvSpPr/>
          <p:nvPr userDrawn="1"/>
        </p:nvSpPr>
        <p:spPr>
          <a:xfrm>
            <a:off x="6206229" y="3276620"/>
            <a:ext cx="2591644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8E4F6A4B-F82B-B9B8-09C7-12E7D8D0EE02}"/>
              </a:ext>
            </a:extLst>
          </p:cNvPr>
          <p:cNvSpPr/>
          <p:nvPr userDrawn="1"/>
        </p:nvSpPr>
        <p:spPr>
          <a:xfrm>
            <a:off x="3398554" y="3276620"/>
            <a:ext cx="2591644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8293DE6A-44B6-9556-EC12-1336ED5F3981}"/>
              </a:ext>
            </a:extLst>
          </p:cNvPr>
          <p:cNvSpPr/>
          <p:nvPr userDrawn="1"/>
        </p:nvSpPr>
        <p:spPr>
          <a:xfrm>
            <a:off x="589511" y="3276620"/>
            <a:ext cx="2591644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Milestone Placeholder 1">
            <a:extLst>
              <a:ext uri="{FF2B5EF4-FFF2-40B4-BE49-F238E27FC236}">
                <a16:creationId xmlns:a16="http://schemas.microsoft.com/office/drawing/2014/main" id="{353CEC8B-02BC-C3F6-2E86-D4FBB551132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89511" y="3276226"/>
            <a:ext cx="2591644" cy="875588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3" name="Milestone Placeholder 2">
            <a:extLst>
              <a:ext uri="{FF2B5EF4-FFF2-40B4-BE49-F238E27FC236}">
                <a16:creationId xmlns:a16="http://schemas.microsoft.com/office/drawing/2014/main" id="{2F7E81ED-918A-4FBE-5AAD-A39C1858B35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3398554" y="3276620"/>
            <a:ext cx="2591644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4" name="Milestone Placeholder 3">
            <a:extLst>
              <a:ext uri="{FF2B5EF4-FFF2-40B4-BE49-F238E27FC236}">
                <a16:creationId xmlns:a16="http://schemas.microsoft.com/office/drawing/2014/main" id="{3384920C-D74D-B088-CA64-EA32144F1C4B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6206229" y="3276620"/>
            <a:ext cx="2591644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</p:cNvCxnSpPr>
          <p:nvPr userDrawn="1"/>
        </p:nvCxnSpPr>
        <p:spPr>
          <a:xfrm flipH="1">
            <a:off x="1885333" y="2840021"/>
            <a:ext cx="2138" cy="436205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4694376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10309836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E0C79F-887D-D5D5-4325-3D7DBFC850A8}"/>
              </a:ext>
            </a:extLst>
          </p:cNvPr>
          <p:cNvGrpSpPr/>
          <p:nvPr userDrawn="1"/>
        </p:nvGrpSpPr>
        <p:grpSpPr>
          <a:xfrm>
            <a:off x="0" y="2756201"/>
            <a:ext cx="11600351" cy="175260"/>
            <a:chOff x="-8973356" y="6004560"/>
            <a:chExt cx="11600351" cy="17526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1D48D44-6B12-2414-D0B9-57B5439760B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55065D9-FD71-DAD4-ABE7-3C43AC86D8D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EC11630-6CD3-648B-7AAE-707D77C47AE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057767-97EC-55C6-2070-6BDB6235AAE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973356" y="6092190"/>
              <a:ext cx="116003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512E20F-AE02-E78E-5312-3B1BD7ADEE1B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2"/>
            </p:custDataLst>
          </p:nvPr>
        </p:nvSpPr>
        <p:spPr>
          <a:xfrm>
            <a:off x="9014014" y="4972378"/>
            <a:ext cx="2591644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Subtitle Placeholder 4">
            <a:extLst>
              <a:ext uri="{FF2B5EF4-FFF2-40B4-BE49-F238E27FC236}">
                <a16:creationId xmlns:a16="http://schemas.microsoft.com/office/drawing/2014/main" id="{E92A1E10-22D8-1511-C4D6-EC70CD191D94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3"/>
            </p:custDataLst>
          </p:nvPr>
        </p:nvSpPr>
        <p:spPr>
          <a:xfrm>
            <a:off x="9014014" y="4410473"/>
            <a:ext cx="259164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6B44E573-5EF8-9976-D8A4-389524AF1992}"/>
              </a:ext>
            </a:extLst>
          </p:cNvPr>
          <p:cNvSpPr/>
          <p:nvPr userDrawn="1"/>
        </p:nvSpPr>
        <p:spPr>
          <a:xfrm>
            <a:off x="9014014" y="3276620"/>
            <a:ext cx="2591644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Milestone Placeholder 4">
            <a:extLst>
              <a:ext uri="{FF2B5EF4-FFF2-40B4-BE49-F238E27FC236}">
                <a16:creationId xmlns:a16="http://schemas.microsoft.com/office/drawing/2014/main" id="{3C216FE0-7746-8A30-CB67-3F5AB7115783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4"/>
            </p:custDataLst>
          </p:nvPr>
        </p:nvSpPr>
        <p:spPr>
          <a:xfrm>
            <a:off x="9014014" y="3276620"/>
            <a:ext cx="2591644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8" name="Straight Connector">
            <a:extLst>
              <a:ext uri="{FF2B5EF4-FFF2-40B4-BE49-F238E27FC236}">
                <a16:creationId xmlns:a16="http://schemas.microsoft.com/office/drawing/2014/main" id="{418201D9-E4CC-E6B4-3125-4B1DCBEB691C}"/>
              </a:ext>
            </a:extLst>
          </p:cNvPr>
          <p:cNvCxnSpPr>
            <a:cxnSpLocks/>
          </p:cNvCxnSpPr>
          <p:nvPr userDrawn="1"/>
        </p:nvCxnSpPr>
        <p:spPr>
          <a:xfrm>
            <a:off x="7502051" y="2840021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56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A37288A-6FA3-6FB2-A38A-FE1EC26DAF06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7D06A3-6527-B2B7-AEF6-F80E483F764C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589325" y="4974044"/>
            <a:ext cx="2016000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2839150" y="4972378"/>
            <a:ext cx="2016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Subtitle Placeholder 1">
            <a:extLst>
              <a:ext uri="{FF2B5EF4-FFF2-40B4-BE49-F238E27FC236}">
                <a16:creationId xmlns:a16="http://schemas.microsoft.com/office/drawing/2014/main" id="{3DEDFF03-DE8B-9F20-0245-6271A7339400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9325" y="4410473"/>
            <a:ext cx="2016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7E1FF189-0787-2621-03B5-C9310E0538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2839150" y="4410473"/>
            <a:ext cx="2016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5088975" y="4972378"/>
            <a:ext cx="2016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3" name="Subtitle Placeholder 3">
            <a:extLst>
              <a:ext uri="{FF2B5EF4-FFF2-40B4-BE49-F238E27FC236}">
                <a16:creationId xmlns:a16="http://schemas.microsoft.com/office/drawing/2014/main" id="{665E2C0F-CD20-B36D-9CC9-2846D848016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5088975" y="4410473"/>
            <a:ext cx="2016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4" name="Ellipse">
            <a:extLst>
              <a:ext uri="{FF2B5EF4-FFF2-40B4-BE49-F238E27FC236}">
                <a16:creationId xmlns:a16="http://schemas.microsoft.com/office/drawing/2014/main" id="{0C648F5D-DEF0-20F0-52EC-3D99F7F0B943}"/>
              </a:ext>
            </a:extLst>
          </p:cNvPr>
          <p:cNvSpPr/>
          <p:nvPr userDrawn="1"/>
        </p:nvSpPr>
        <p:spPr>
          <a:xfrm>
            <a:off x="5088975" y="3276620"/>
            <a:ext cx="2016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8E4F6A4B-F82B-B9B8-09C7-12E7D8D0EE02}"/>
              </a:ext>
            </a:extLst>
          </p:cNvPr>
          <p:cNvSpPr/>
          <p:nvPr userDrawn="1"/>
        </p:nvSpPr>
        <p:spPr>
          <a:xfrm>
            <a:off x="2839150" y="3276620"/>
            <a:ext cx="2016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8293DE6A-44B6-9556-EC12-1336ED5F3981}"/>
              </a:ext>
            </a:extLst>
          </p:cNvPr>
          <p:cNvSpPr/>
          <p:nvPr userDrawn="1"/>
        </p:nvSpPr>
        <p:spPr>
          <a:xfrm>
            <a:off x="589325" y="3276620"/>
            <a:ext cx="2016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Milestone Placeholder 1">
            <a:extLst>
              <a:ext uri="{FF2B5EF4-FFF2-40B4-BE49-F238E27FC236}">
                <a16:creationId xmlns:a16="http://schemas.microsoft.com/office/drawing/2014/main" id="{353CEC8B-02BC-C3F6-2E86-D4FBB551132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89325" y="3276226"/>
            <a:ext cx="2016000" cy="875588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3" name="Milestone Placeholder 2">
            <a:extLst>
              <a:ext uri="{FF2B5EF4-FFF2-40B4-BE49-F238E27FC236}">
                <a16:creationId xmlns:a16="http://schemas.microsoft.com/office/drawing/2014/main" id="{2F7E81ED-918A-4FBE-5AAD-A39C1858B35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2839150" y="3276620"/>
            <a:ext cx="2016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4" name="Milestone Placeholder 3">
            <a:extLst>
              <a:ext uri="{FF2B5EF4-FFF2-40B4-BE49-F238E27FC236}">
                <a16:creationId xmlns:a16="http://schemas.microsoft.com/office/drawing/2014/main" id="{3384920C-D74D-B088-CA64-EA32144F1C4B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5088975" y="3276620"/>
            <a:ext cx="2016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</p:cNvCxnSpPr>
          <p:nvPr userDrawn="1"/>
        </p:nvCxnSpPr>
        <p:spPr>
          <a:xfrm>
            <a:off x="1595740" y="2847641"/>
            <a:ext cx="317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3847150" y="2843832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10596625" y="2843832"/>
            <a:ext cx="1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E0C79F-887D-D5D5-4325-3D7DBFC850A8}"/>
              </a:ext>
            </a:extLst>
          </p:cNvPr>
          <p:cNvGrpSpPr/>
          <p:nvPr userDrawn="1"/>
        </p:nvGrpSpPr>
        <p:grpSpPr>
          <a:xfrm>
            <a:off x="0" y="2756201"/>
            <a:ext cx="11600351" cy="175260"/>
            <a:chOff x="-8973356" y="6004560"/>
            <a:chExt cx="11600351" cy="17526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1D48D44-6B12-2414-D0B9-57B5439760B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55065D9-FD71-DAD4-ABE7-3C43AC86D8D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EC11630-6CD3-648B-7AAE-707D77C47AE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057767-97EC-55C6-2070-6BDB6235AAE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973356" y="6092190"/>
              <a:ext cx="116003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512E20F-AE02-E78E-5312-3B1BD7ADEE1B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2"/>
            </p:custDataLst>
          </p:nvPr>
        </p:nvSpPr>
        <p:spPr>
          <a:xfrm>
            <a:off x="9588625" y="4972378"/>
            <a:ext cx="2016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Subtitle Placeholder 5">
            <a:extLst>
              <a:ext uri="{FF2B5EF4-FFF2-40B4-BE49-F238E27FC236}">
                <a16:creationId xmlns:a16="http://schemas.microsoft.com/office/drawing/2014/main" id="{E92A1E10-22D8-1511-C4D6-EC70CD191D94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3"/>
            </p:custDataLst>
          </p:nvPr>
        </p:nvSpPr>
        <p:spPr>
          <a:xfrm>
            <a:off x="9588625" y="4410473"/>
            <a:ext cx="2016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6B44E573-5EF8-9976-D8A4-389524AF1992}"/>
              </a:ext>
            </a:extLst>
          </p:cNvPr>
          <p:cNvSpPr/>
          <p:nvPr userDrawn="1"/>
        </p:nvSpPr>
        <p:spPr>
          <a:xfrm>
            <a:off x="9588625" y="3276620"/>
            <a:ext cx="2016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Milestone Placeholder 5">
            <a:extLst>
              <a:ext uri="{FF2B5EF4-FFF2-40B4-BE49-F238E27FC236}">
                <a16:creationId xmlns:a16="http://schemas.microsoft.com/office/drawing/2014/main" id="{3C216FE0-7746-8A30-CB67-3F5AB7115783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4"/>
            </p:custDataLst>
          </p:nvPr>
        </p:nvSpPr>
        <p:spPr>
          <a:xfrm>
            <a:off x="9588625" y="3276620"/>
            <a:ext cx="2016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8" name="Straight Connector">
            <a:extLst>
              <a:ext uri="{FF2B5EF4-FFF2-40B4-BE49-F238E27FC236}">
                <a16:creationId xmlns:a16="http://schemas.microsoft.com/office/drawing/2014/main" id="{418201D9-E4CC-E6B4-3125-4B1DCBEB691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840021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FFB33D8E-77A4-B670-F216-B2BEFDE26D15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5"/>
            </p:custDataLst>
          </p:nvPr>
        </p:nvSpPr>
        <p:spPr>
          <a:xfrm>
            <a:off x="7338800" y="4972378"/>
            <a:ext cx="2016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1" name="Subtitle Placeholder 4">
            <a:extLst>
              <a:ext uri="{FF2B5EF4-FFF2-40B4-BE49-F238E27FC236}">
                <a16:creationId xmlns:a16="http://schemas.microsoft.com/office/drawing/2014/main" id="{AD24BAF5-3673-BAD1-370C-EEA1F410D7BE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6"/>
            </p:custDataLst>
          </p:nvPr>
        </p:nvSpPr>
        <p:spPr>
          <a:xfrm>
            <a:off x="7338800" y="4410473"/>
            <a:ext cx="2016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9" name="Ellipse">
            <a:extLst>
              <a:ext uri="{FF2B5EF4-FFF2-40B4-BE49-F238E27FC236}">
                <a16:creationId xmlns:a16="http://schemas.microsoft.com/office/drawing/2014/main" id="{0F3B1F5E-2984-B7C5-175E-221E63F6A7F0}"/>
              </a:ext>
            </a:extLst>
          </p:cNvPr>
          <p:cNvSpPr/>
          <p:nvPr userDrawn="1"/>
        </p:nvSpPr>
        <p:spPr>
          <a:xfrm>
            <a:off x="7338800" y="3276620"/>
            <a:ext cx="2016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Milestone Placeholder 4">
            <a:extLst>
              <a:ext uri="{FF2B5EF4-FFF2-40B4-BE49-F238E27FC236}">
                <a16:creationId xmlns:a16="http://schemas.microsoft.com/office/drawing/2014/main" id="{15DCBF67-9235-B088-1C2A-10438EE29EB0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17"/>
            </p:custDataLst>
          </p:nvPr>
        </p:nvSpPr>
        <p:spPr>
          <a:xfrm>
            <a:off x="7338800" y="3276620"/>
            <a:ext cx="2016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42" name="Straight Connector">
            <a:extLst>
              <a:ext uri="{FF2B5EF4-FFF2-40B4-BE49-F238E27FC236}">
                <a16:creationId xmlns:a16="http://schemas.microsoft.com/office/drawing/2014/main" id="{BBCC1909-AC9D-70C8-F56E-AA248AB7D146}"/>
              </a:ext>
            </a:extLst>
          </p:cNvPr>
          <p:cNvCxnSpPr>
            <a:cxnSpLocks/>
          </p:cNvCxnSpPr>
          <p:nvPr userDrawn="1"/>
        </p:nvCxnSpPr>
        <p:spPr>
          <a:xfrm>
            <a:off x="8334080" y="2840021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0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D49121B5-F5FE-8082-61F1-41AAE718DBF8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9979595-4874-58D2-F090-1CE349B400BD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589325" y="4963884"/>
            <a:ext cx="1659600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2477063" y="4962218"/>
            <a:ext cx="16596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Subtitle Placeholder 1">
            <a:extLst>
              <a:ext uri="{FF2B5EF4-FFF2-40B4-BE49-F238E27FC236}">
                <a16:creationId xmlns:a16="http://schemas.microsoft.com/office/drawing/2014/main" id="{3DEDFF03-DE8B-9F20-0245-6271A7339400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9325" y="4227878"/>
            <a:ext cx="1659600" cy="553998"/>
          </a:xfrm>
        </p:spPr>
        <p:txBody>
          <a:bodyPr wrap="square" lIns="108000" tIns="0" rIns="108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7E1FF189-0787-2621-03B5-C9310E0538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2477063" y="4227878"/>
            <a:ext cx="1659600" cy="553998"/>
          </a:xfrm>
        </p:spPr>
        <p:txBody>
          <a:bodyPr wrap="square" lIns="108000" tIns="0" rIns="108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4345400" y="4962218"/>
            <a:ext cx="16596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3" name="Subtitle Placeholder 3">
            <a:extLst>
              <a:ext uri="{FF2B5EF4-FFF2-40B4-BE49-F238E27FC236}">
                <a16:creationId xmlns:a16="http://schemas.microsoft.com/office/drawing/2014/main" id="{665E2C0F-CD20-B36D-9CC9-2846D848016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4345400" y="4227878"/>
            <a:ext cx="1659600" cy="553998"/>
          </a:xfrm>
        </p:spPr>
        <p:txBody>
          <a:bodyPr wrap="square" lIns="108000" tIns="0" rIns="108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4" name="Ellipse">
            <a:extLst>
              <a:ext uri="{FF2B5EF4-FFF2-40B4-BE49-F238E27FC236}">
                <a16:creationId xmlns:a16="http://schemas.microsoft.com/office/drawing/2014/main" id="{0C648F5D-DEF0-20F0-52EC-3D99F7F0B943}"/>
              </a:ext>
            </a:extLst>
          </p:cNvPr>
          <p:cNvSpPr/>
          <p:nvPr userDrawn="1"/>
        </p:nvSpPr>
        <p:spPr>
          <a:xfrm>
            <a:off x="4345400" y="2968394"/>
            <a:ext cx="16596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8E4F6A4B-F82B-B9B8-09C7-12E7D8D0EE02}"/>
              </a:ext>
            </a:extLst>
          </p:cNvPr>
          <p:cNvSpPr/>
          <p:nvPr userDrawn="1"/>
        </p:nvSpPr>
        <p:spPr>
          <a:xfrm>
            <a:off x="2477063" y="2968394"/>
            <a:ext cx="16596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8293DE6A-44B6-9556-EC12-1336ED5F3981}"/>
              </a:ext>
            </a:extLst>
          </p:cNvPr>
          <p:cNvSpPr/>
          <p:nvPr userDrawn="1"/>
        </p:nvSpPr>
        <p:spPr>
          <a:xfrm>
            <a:off x="589325" y="2968394"/>
            <a:ext cx="16596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Milestone Placeholder 1">
            <a:extLst>
              <a:ext uri="{FF2B5EF4-FFF2-40B4-BE49-F238E27FC236}">
                <a16:creationId xmlns:a16="http://schemas.microsoft.com/office/drawing/2014/main" id="{353CEC8B-02BC-C3F6-2E86-D4FBB551132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89325" y="2968000"/>
            <a:ext cx="1659600" cy="875588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3" name="Milestone Placeholder 2">
            <a:extLst>
              <a:ext uri="{FF2B5EF4-FFF2-40B4-BE49-F238E27FC236}">
                <a16:creationId xmlns:a16="http://schemas.microsoft.com/office/drawing/2014/main" id="{2F7E81ED-918A-4FBE-5AAD-A39C1858B35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2477063" y="2968394"/>
            <a:ext cx="16596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4" name="Milestone Placeholder 3">
            <a:extLst>
              <a:ext uri="{FF2B5EF4-FFF2-40B4-BE49-F238E27FC236}">
                <a16:creationId xmlns:a16="http://schemas.microsoft.com/office/drawing/2014/main" id="{3384920C-D74D-B088-CA64-EA32144F1C4B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4345400" y="2968394"/>
            <a:ext cx="16596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</p:cNvCxnSpPr>
          <p:nvPr userDrawn="1"/>
        </p:nvCxnSpPr>
        <p:spPr>
          <a:xfrm>
            <a:off x="1595740" y="2539415"/>
            <a:ext cx="317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3306863" y="2535606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8903985" y="2535606"/>
            <a:ext cx="1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E0C79F-887D-D5D5-4325-3D7DBFC850A8}"/>
              </a:ext>
            </a:extLst>
          </p:cNvPr>
          <p:cNvGrpSpPr/>
          <p:nvPr userDrawn="1"/>
        </p:nvGrpSpPr>
        <p:grpSpPr>
          <a:xfrm>
            <a:off x="0" y="2447975"/>
            <a:ext cx="11600351" cy="175260"/>
            <a:chOff x="-8973356" y="6004560"/>
            <a:chExt cx="11600351" cy="17526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1D48D44-6B12-2414-D0B9-57B5439760B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55065D9-FD71-DAD4-ABE7-3C43AC86D8D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EC11630-6CD3-648B-7AAE-707D77C47AE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057767-97EC-55C6-2070-6BDB6235AAE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973356" y="6092190"/>
              <a:ext cx="116003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512E20F-AE02-E78E-5312-3B1BD7ADEE1B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2"/>
            </p:custDataLst>
          </p:nvPr>
        </p:nvSpPr>
        <p:spPr>
          <a:xfrm>
            <a:off x="8074185" y="4962218"/>
            <a:ext cx="16596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Subtitle Placeholder 5">
            <a:extLst>
              <a:ext uri="{FF2B5EF4-FFF2-40B4-BE49-F238E27FC236}">
                <a16:creationId xmlns:a16="http://schemas.microsoft.com/office/drawing/2014/main" id="{E92A1E10-22D8-1511-C4D6-EC70CD191D94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3"/>
            </p:custDataLst>
          </p:nvPr>
        </p:nvSpPr>
        <p:spPr>
          <a:xfrm>
            <a:off x="8074185" y="4227878"/>
            <a:ext cx="1659600" cy="553998"/>
          </a:xfrm>
        </p:spPr>
        <p:txBody>
          <a:bodyPr wrap="square" lIns="108000" tIns="0" rIns="108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6B44E573-5EF8-9976-D8A4-389524AF1992}"/>
              </a:ext>
            </a:extLst>
          </p:cNvPr>
          <p:cNvSpPr/>
          <p:nvPr userDrawn="1"/>
        </p:nvSpPr>
        <p:spPr>
          <a:xfrm>
            <a:off x="8074185" y="2968394"/>
            <a:ext cx="16596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Milestone Placeholder 5">
            <a:extLst>
              <a:ext uri="{FF2B5EF4-FFF2-40B4-BE49-F238E27FC236}">
                <a16:creationId xmlns:a16="http://schemas.microsoft.com/office/drawing/2014/main" id="{3C216FE0-7746-8A30-CB67-3F5AB7115783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4"/>
            </p:custDataLst>
          </p:nvPr>
        </p:nvSpPr>
        <p:spPr>
          <a:xfrm>
            <a:off x="8074185" y="2968394"/>
            <a:ext cx="16596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8" name="Straight Connector">
            <a:extLst>
              <a:ext uri="{FF2B5EF4-FFF2-40B4-BE49-F238E27FC236}">
                <a16:creationId xmlns:a16="http://schemas.microsoft.com/office/drawing/2014/main" id="{418201D9-E4CC-E6B4-3125-4B1DCBEB691C}"/>
              </a:ext>
            </a:extLst>
          </p:cNvPr>
          <p:cNvCxnSpPr>
            <a:cxnSpLocks/>
          </p:cNvCxnSpPr>
          <p:nvPr userDrawn="1"/>
        </p:nvCxnSpPr>
        <p:spPr>
          <a:xfrm>
            <a:off x="5169545" y="2531795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FFB33D8E-77A4-B670-F216-B2BEFDE26D15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5"/>
            </p:custDataLst>
          </p:nvPr>
        </p:nvSpPr>
        <p:spPr>
          <a:xfrm>
            <a:off x="6202970" y="4962218"/>
            <a:ext cx="16596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1" name="Subtitle Placeholder 4">
            <a:extLst>
              <a:ext uri="{FF2B5EF4-FFF2-40B4-BE49-F238E27FC236}">
                <a16:creationId xmlns:a16="http://schemas.microsoft.com/office/drawing/2014/main" id="{AD24BAF5-3673-BAD1-370C-EEA1F410D7BE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6"/>
            </p:custDataLst>
          </p:nvPr>
        </p:nvSpPr>
        <p:spPr>
          <a:xfrm>
            <a:off x="6202970" y="4227878"/>
            <a:ext cx="1659600" cy="553998"/>
          </a:xfrm>
        </p:spPr>
        <p:txBody>
          <a:bodyPr wrap="square" lIns="108000" tIns="0" rIns="108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9" name="Ellipse">
            <a:extLst>
              <a:ext uri="{FF2B5EF4-FFF2-40B4-BE49-F238E27FC236}">
                <a16:creationId xmlns:a16="http://schemas.microsoft.com/office/drawing/2014/main" id="{0F3B1F5E-2984-B7C5-175E-221E63F6A7F0}"/>
              </a:ext>
            </a:extLst>
          </p:cNvPr>
          <p:cNvSpPr/>
          <p:nvPr userDrawn="1"/>
        </p:nvSpPr>
        <p:spPr>
          <a:xfrm>
            <a:off x="6202970" y="2968394"/>
            <a:ext cx="16596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Milestone Placeholder 4">
            <a:extLst>
              <a:ext uri="{FF2B5EF4-FFF2-40B4-BE49-F238E27FC236}">
                <a16:creationId xmlns:a16="http://schemas.microsoft.com/office/drawing/2014/main" id="{15DCBF67-9235-B088-1C2A-10438EE29EB0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17"/>
            </p:custDataLst>
          </p:nvPr>
        </p:nvSpPr>
        <p:spPr>
          <a:xfrm>
            <a:off x="6202970" y="2968394"/>
            <a:ext cx="16596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42" name="Straight Connector">
            <a:extLst>
              <a:ext uri="{FF2B5EF4-FFF2-40B4-BE49-F238E27FC236}">
                <a16:creationId xmlns:a16="http://schemas.microsoft.com/office/drawing/2014/main" id="{BBCC1909-AC9D-70C8-F56E-AA248AB7D146}"/>
              </a:ext>
            </a:extLst>
          </p:cNvPr>
          <p:cNvCxnSpPr>
            <a:cxnSpLocks/>
          </p:cNvCxnSpPr>
          <p:nvPr userDrawn="1"/>
        </p:nvCxnSpPr>
        <p:spPr>
          <a:xfrm>
            <a:off x="7032770" y="2531795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EB04480-CB4A-4014-3B9E-99EB0EC9FDBF}"/>
              </a:ext>
            </a:extLst>
          </p:cNvPr>
          <p:cNvCxnSpPr>
            <a:cxnSpLocks/>
          </p:cNvCxnSpPr>
          <p:nvPr userDrawn="1"/>
        </p:nvCxnSpPr>
        <p:spPr>
          <a:xfrm>
            <a:off x="10775199" y="2535606"/>
            <a:ext cx="1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3A64D6A-E200-4BBB-D8E5-0F78530E7370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18"/>
            </p:custDataLst>
          </p:nvPr>
        </p:nvSpPr>
        <p:spPr>
          <a:xfrm>
            <a:off x="9945399" y="4962218"/>
            <a:ext cx="16596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9" name="Subtitle Placeholder 6">
            <a:extLst>
              <a:ext uri="{FF2B5EF4-FFF2-40B4-BE49-F238E27FC236}">
                <a16:creationId xmlns:a16="http://schemas.microsoft.com/office/drawing/2014/main" id="{72B512F5-BE0C-AF68-916D-8A932E7D5147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19"/>
            </p:custDataLst>
          </p:nvPr>
        </p:nvSpPr>
        <p:spPr>
          <a:xfrm>
            <a:off x="9945399" y="4227878"/>
            <a:ext cx="1659600" cy="553998"/>
          </a:xfrm>
        </p:spPr>
        <p:txBody>
          <a:bodyPr wrap="square" lIns="108000" tIns="0" rIns="108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3" name="Ellipse">
            <a:extLst>
              <a:ext uri="{FF2B5EF4-FFF2-40B4-BE49-F238E27FC236}">
                <a16:creationId xmlns:a16="http://schemas.microsoft.com/office/drawing/2014/main" id="{A240C85F-A991-C029-AE4E-0A6CE9188D18}"/>
              </a:ext>
            </a:extLst>
          </p:cNvPr>
          <p:cNvSpPr/>
          <p:nvPr userDrawn="1"/>
        </p:nvSpPr>
        <p:spPr>
          <a:xfrm>
            <a:off x="9945399" y="2968394"/>
            <a:ext cx="16596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Milestone Placeholder 6">
            <a:extLst>
              <a:ext uri="{FF2B5EF4-FFF2-40B4-BE49-F238E27FC236}">
                <a16:creationId xmlns:a16="http://schemas.microsoft.com/office/drawing/2014/main" id="{C9FA9A07-A3FB-00BB-9255-A89C823750C0}"/>
              </a:ext>
            </a:extLst>
          </p:cNvPr>
          <p:cNvSpPr>
            <a:spLocks noGrp="1"/>
          </p:cNvSpPr>
          <p:nvPr>
            <p:ph type="body" idx="53" hasCustomPrompt="1"/>
            <p:custDataLst>
              <p:tags r:id="rId20"/>
            </p:custDataLst>
          </p:nvPr>
        </p:nvSpPr>
        <p:spPr>
          <a:xfrm>
            <a:off x="9945399" y="2968394"/>
            <a:ext cx="16596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pic>
        <p:nvPicPr>
          <p:cNvPr id="22" name="Free Badge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6645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D0F35D-25C0-EBE7-2E28-058CEC62EC17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A608E7-39FF-5035-1797-88798B73CFA4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587374" y="4974044"/>
            <a:ext cx="3529014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4331197" y="4972378"/>
            <a:ext cx="3528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Subtitle Placeholder 2">
            <a:extLst>
              <a:ext uri="{FF2B5EF4-FFF2-40B4-BE49-F238E27FC236}">
                <a16:creationId xmlns:a16="http://schemas.microsoft.com/office/drawing/2014/main" id="{3DEDFF03-DE8B-9F20-0245-6271A7339400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7374" y="4410473"/>
            <a:ext cx="352901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7E1FF189-0787-2621-03B5-C9310E0538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4331713" y="4410473"/>
            <a:ext cx="3528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8076626" y="4972378"/>
            <a:ext cx="3528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3" name="Subtitle Placeholder 3">
            <a:extLst>
              <a:ext uri="{FF2B5EF4-FFF2-40B4-BE49-F238E27FC236}">
                <a16:creationId xmlns:a16="http://schemas.microsoft.com/office/drawing/2014/main" id="{665E2C0F-CD20-B36D-9CC9-2846D848016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8076626" y="4410473"/>
            <a:ext cx="3528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4" name="Ellipse">
            <a:extLst>
              <a:ext uri="{FF2B5EF4-FFF2-40B4-BE49-F238E27FC236}">
                <a16:creationId xmlns:a16="http://schemas.microsoft.com/office/drawing/2014/main" id="{0C648F5D-DEF0-20F0-52EC-3D99F7F0B943}"/>
              </a:ext>
            </a:extLst>
          </p:cNvPr>
          <p:cNvSpPr/>
          <p:nvPr userDrawn="1"/>
        </p:nvSpPr>
        <p:spPr>
          <a:xfrm>
            <a:off x="8076626" y="3276620"/>
            <a:ext cx="3528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8E4F6A4B-F82B-B9B8-09C7-12E7D8D0EE02}"/>
              </a:ext>
            </a:extLst>
          </p:cNvPr>
          <p:cNvSpPr/>
          <p:nvPr userDrawn="1"/>
        </p:nvSpPr>
        <p:spPr>
          <a:xfrm>
            <a:off x="4352768" y="3276620"/>
            <a:ext cx="3528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8293DE6A-44B6-9556-EC12-1336ED5F3981}"/>
              </a:ext>
            </a:extLst>
          </p:cNvPr>
          <p:cNvSpPr/>
          <p:nvPr userDrawn="1"/>
        </p:nvSpPr>
        <p:spPr>
          <a:xfrm>
            <a:off x="591648" y="3276620"/>
            <a:ext cx="3528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Milestone Placeholder 1">
            <a:extLst>
              <a:ext uri="{FF2B5EF4-FFF2-40B4-BE49-F238E27FC236}">
                <a16:creationId xmlns:a16="http://schemas.microsoft.com/office/drawing/2014/main" id="{353CEC8B-02BC-C3F6-2E86-D4FBB551132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91649" y="3276226"/>
            <a:ext cx="3528000" cy="875588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3" name="Milestone Placeholder 2">
            <a:extLst>
              <a:ext uri="{FF2B5EF4-FFF2-40B4-BE49-F238E27FC236}">
                <a16:creationId xmlns:a16="http://schemas.microsoft.com/office/drawing/2014/main" id="{2F7E81ED-918A-4FBE-5AAD-A39C1858B35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4352769" y="3276620"/>
            <a:ext cx="3528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4" name="Milestone Placeholder 3">
            <a:extLst>
              <a:ext uri="{FF2B5EF4-FFF2-40B4-BE49-F238E27FC236}">
                <a16:creationId xmlns:a16="http://schemas.microsoft.com/office/drawing/2014/main" id="{3384920C-D74D-B088-CA64-EA32144F1C4B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8076626" y="3276620"/>
            <a:ext cx="3528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  <a:endCxn id="21" idx="0"/>
          </p:cNvCxnSpPr>
          <p:nvPr userDrawn="1"/>
        </p:nvCxnSpPr>
        <p:spPr>
          <a:xfrm>
            <a:off x="2355649" y="2840021"/>
            <a:ext cx="0" cy="436205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6116768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9840626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E0C79F-887D-D5D5-4325-3D7DBFC850A8}"/>
              </a:ext>
            </a:extLst>
          </p:cNvPr>
          <p:cNvGrpSpPr/>
          <p:nvPr userDrawn="1"/>
        </p:nvGrpSpPr>
        <p:grpSpPr>
          <a:xfrm>
            <a:off x="0" y="2756201"/>
            <a:ext cx="11600351" cy="175260"/>
            <a:chOff x="-8973356" y="6004560"/>
            <a:chExt cx="11600351" cy="17526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1D48D44-6B12-2414-D0B9-57B5439760B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55065D9-FD71-DAD4-ABE7-3C43AC86D8D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EC11630-6CD3-648B-7AAE-707D77C47AE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057767-97EC-55C6-2070-6BDB6235AAE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973356" y="6092190"/>
              <a:ext cx="116003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84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D4BD5A-5FD3-60A0-D466-FA1A75A1271E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D1D11C-580B-C609-8B49-E26E6F5BB307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589139" y="4974044"/>
            <a:ext cx="2592389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3398554" y="4972378"/>
            <a:ext cx="2591644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Subtitle Placeholder 1">
            <a:extLst>
              <a:ext uri="{FF2B5EF4-FFF2-40B4-BE49-F238E27FC236}">
                <a16:creationId xmlns:a16="http://schemas.microsoft.com/office/drawing/2014/main" id="{3DEDFF03-DE8B-9F20-0245-6271A7339400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9139" y="4410473"/>
            <a:ext cx="2592389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7E1FF189-0787-2621-03B5-C9310E0538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3398554" y="4410473"/>
            <a:ext cx="259164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6206229" y="4972378"/>
            <a:ext cx="2591644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3" name="Subtitle Placeholder 3">
            <a:extLst>
              <a:ext uri="{FF2B5EF4-FFF2-40B4-BE49-F238E27FC236}">
                <a16:creationId xmlns:a16="http://schemas.microsoft.com/office/drawing/2014/main" id="{665E2C0F-CD20-B36D-9CC9-2846D848016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6206229" y="4410473"/>
            <a:ext cx="259164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4" name="Ellipse">
            <a:extLst>
              <a:ext uri="{FF2B5EF4-FFF2-40B4-BE49-F238E27FC236}">
                <a16:creationId xmlns:a16="http://schemas.microsoft.com/office/drawing/2014/main" id="{0C648F5D-DEF0-20F0-52EC-3D99F7F0B943}"/>
              </a:ext>
            </a:extLst>
          </p:cNvPr>
          <p:cNvSpPr/>
          <p:nvPr userDrawn="1"/>
        </p:nvSpPr>
        <p:spPr>
          <a:xfrm>
            <a:off x="6206229" y="3276620"/>
            <a:ext cx="2591644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8E4F6A4B-F82B-B9B8-09C7-12E7D8D0EE02}"/>
              </a:ext>
            </a:extLst>
          </p:cNvPr>
          <p:cNvSpPr/>
          <p:nvPr userDrawn="1"/>
        </p:nvSpPr>
        <p:spPr>
          <a:xfrm>
            <a:off x="3398554" y="3276620"/>
            <a:ext cx="2591644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8293DE6A-44B6-9556-EC12-1336ED5F3981}"/>
              </a:ext>
            </a:extLst>
          </p:cNvPr>
          <p:cNvSpPr/>
          <p:nvPr userDrawn="1"/>
        </p:nvSpPr>
        <p:spPr>
          <a:xfrm>
            <a:off x="589511" y="3276620"/>
            <a:ext cx="2591644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Milestone Placeholder 1">
            <a:extLst>
              <a:ext uri="{FF2B5EF4-FFF2-40B4-BE49-F238E27FC236}">
                <a16:creationId xmlns:a16="http://schemas.microsoft.com/office/drawing/2014/main" id="{353CEC8B-02BC-C3F6-2E86-D4FBB551132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89511" y="3276226"/>
            <a:ext cx="2591644" cy="875588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3" name="Milestone Placeholder 2">
            <a:extLst>
              <a:ext uri="{FF2B5EF4-FFF2-40B4-BE49-F238E27FC236}">
                <a16:creationId xmlns:a16="http://schemas.microsoft.com/office/drawing/2014/main" id="{2F7E81ED-918A-4FBE-5AAD-A39C1858B35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3398554" y="3276620"/>
            <a:ext cx="2591644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4" name="Milestone Placeholder 3">
            <a:extLst>
              <a:ext uri="{FF2B5EF4-FFF2-40B4-BE49-F238E27FC236}">
                <a16:creationId xmlns:a16="http://schemas.microsoft.com/office/drawing/2014/main" id="{3384920C-D74D-B088-CA64-EA32144F1C4B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6206229" y="3276620"/>
            <a:ext cx="2591644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</p:cNvCxnSpPr>
          <p:nvPr userDrawn="1"/>
        </p:nvCxnSpPr>
        <p:spPr>
          <a:xfrm flipH="1">
            <a:off x="1885333" y="2840021"/>
            <a:ext cx="2138" cy="436205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4694376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10309836" y="2843832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E0C79F-887D-D5D5-4325-3D7DBFC850A8}"/>
              </a:ext>
            </a:extLst>
          </p:cNvPr>
          <p:cNvGrpSpPr/>
          <p:nvPr userDrawn="1"/>
        </p:nvGrpSpPr>
        <p:grpSpPr>
          <a:xfrm>
            <a:off x="0" y="2756201"/>
            <a:ext cx="11600351" cy="175260"/>
            <a:chOff x="-8973356" y="6004560"/>
            <a:chExt cx="11600351" cy="17526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1D48D44-6B12-2414-D0B9-57B5439760B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55065D9-FD71-DAD4-ABE7-3C43AC86D8D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EC11630-6CD3-648B-7AAE-707D77C47AE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057767-97EC-55C6-2070-6BDB6235AAE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973356" y="6092190"/>
              <a:ext cx="116003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512E20F-AE02-E78E-5312-3B1BD7ADEE1B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2"/>
            </p:custDataLst>
          </p:nvPr>
        </p:nvSpPr>
        <p:spPr>
          <a:xfrm>
            <a:off x="9014014" y="4972378"/>
            <a:ext cx="2591644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Subtitle Placeholder 4">
            <a:extLst>
              <a:ext uri="{FF2B5EF4-FFF2-40B4-BE49-F238E27FC236}">
                <a16:creationId xmlns:a16="http://schemas.microsoft.com/office/drawing/2014/main" id="{E92A1E10-22D8-1511-C4D6-EC70CD191D94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3"/>
            </p:custDataLst>
          </p:nvPr>
        </p:nvSpPr>
        <p:spPr>
          <a:xfrm>
            <a:off x="9014014" y="4410473"/>
            <a:ext cx="2591644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6B44E573-5EF8-9976-D8A4-389524AF1992}"/>
              </a:ext>
            </a:extLst>
          </p:cNvPr>
          <p:cNvSpPr/>
          <p:nvPr userDrawn="1"/>
        </p:nvSpPr>
        <p:spPr>
          <a:xfrm>
            <a:off x="9014014" y="3276620"/>
            <a:ext cx="2591644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Milestone Placeholder 4">
            <a:extLst>
              <a:ext uri="{FF2B5EF4-FFF2-40B4-BE49-F238E27FC236}">
                <a16:creationId xmlns:a16="http://schemas.microsoft.com/office/drawing/2014/main" id="{3C216FE0-7746-8A30-CB67-3F5AB7115783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4"/>
            </p:custDataLst>
          </p:nvPr>
        </p:nvSpPr>
        <p:spPr>
          <a:xfrm>
            <a:off x="9014014" y="3276620"/>
            <a:ext cx="2591644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8" name="Straight Connector">
            <a:extLst>
              <a:ext uri="{FF2B5EF4-FFF2-40B4-BE49-F238E27FC236}">
                <a16:creationId xmlns:a16="http://schemas.microsoft.com/office/drawing/2014/main" id="{418201D9-E4CC-E6B4-3125-4B1DCBEB691C}"/>
              </a:ext>
            </a:extLst>
          </p:cNvPr>
          <p:cNvCxnSpPr>
            <a:cxnSpLocks/>
          </p:cNvCxnSpPr>
          <p:nvPr userDrawn="1"/>
        </p:nvCxnSpPr>
        <p:spPr>
          <a:xfrm>
            <a:off x="7502051" y="2840021"/>
            <a:ext cx="0" cy="43239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Free Badge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09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E6B52B-4C7F-2C89-4FB3-625347F1BCE4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D8855B-413B-5BFD-F21F-B4C5A37E2D7D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589325" y="4974044"/>
            <a:ext cx="2016000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2839150" y="4972378"/>
            <a:ext cx="2016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Subtitle Placeholder 1">
            <a:extLst>
              <a:ext uri="{FF2B5EF4-FFF2-40B4-BE49-F238E27FC236}">
                <a16:creationId xmlns:a16="http://schemas.microsoft.com/office/drawing/2014/main" id="{3DEDFF03-DE8B-9F20-0245-6271A7339400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9325" y="4410473"/>
            <a:ext cx="2016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7E1FF189-0787-2621-03B5-C9310E0538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2839150" y="4410473"/>
            <a:ext cx="2016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5088975" y="4972378"/>
            <a:ext cx="2016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3" name="Subtitle Placeholder 3">
            <a:extLst>
              <a:ext uri="{FF2B5EF4-FFF2-40B4-BE49-F238E27FC236}">
                <a16:creationId xmlns:a16="http://schemas.microsoft.com/office/drawing/2014/main" id="{665E2C0F-CD20-B36D-9CC9-2846D848016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5088975" y="4410473"/>
            <a:ext cx="2016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4" name="Ellipse">
            <a:extLst>
              <a:ext uri="{FF2B5EF4-FFF2-40B4-BE49-F238E27FC236}">
                <a16:creationId xmlns:a16="http://schemas.microsoft.com/office/drawing/2014/main" id="{0C648F5D-DEF0-20F0-52EC-3D99F7F0B943}"/>
              </a:ext>
            </a:extLst>
          </p:cNvPr>
          <p:cNvSpPr/>
          <p:nvPr userDrawn="1"/>
        </p:nvSpPr>
        <p:spPr>
          <a:xfrm>
            <a:off x="5088975" y="3276620"/>
            <a:ext cx="2016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8E4F6A4B-F82B-B9B8-09C7-12E7D8D0EE02}"/>
              </a:ext>
            </a:extLst>
          </p:cNvPr>
          <p:cNvSpPr/>
          <p:nvPr userDrawn="1"/>
        </p:nvSpPr>
        <p:spPr>
          <a:xfrm>
            <a:off x="2839150" y="3276620"/>
            <a:ext cx="2016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8293DE6A-44B6-9556-EC12-1336ED5F3981}"/>
              </a:ext>
            </a:extLst>
          </p:cNvPr>
          <p:cNvSpPr/>
          <p:nvPr userDrawn="1"/>
        </p:nvSpPr>
        <p:spPr>
          <a:xfrm>
            <a:off x="589325" y="3276620"/>
            <a:ext cx="2016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Milestone Placeholder 1">
            <a:extLst>
              <a:ext uri="{FF2B5EF4-FFF2-40B4-BE49-F238E27FC236}">
                <a16:creationId xmlns:a16="http://schemas.microsoft.com/office/drawing/2014/main" id="{353CEC8B-02BC-C3F6-2E86-D4FBB551132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89325" y="3276226"/>
            <a:ext cx="2016000" cy="875588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3" name="Milestone Placeholder 2">
            <a:extLst>
              <a:ext uri="{FF2B5EF4-FFF2-40B4-BE49-F238E27FC236}">
                <a16:creationId xmlns:a16="http://schemas.microsoft.com/office/drawing/2014/main" id="{2F7E81ED-918A-4FBE-5AAD-A39C1858B35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2839150" y="3276620"/>
            <a:ext cx="2016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4" name="Milestone Placeholder 3">
            <a:extLst>
              <a:ext uri="{FF2B5EF4-FFF2-40B4-BE49-F238E27FC236}">
                <a16:creationId xmlns:a16="http://schemas.microsoft.com/office/drawing/2014/main" id="{3384920C-D74D-B088-CA64-EA32144F1C4B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5088975" y="3276620"/>
            <a:ext cx="2016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</p:cNvCxnSpPr>
          <p:nvPr userDrawn="1"/>
        </p:nvCxnSpPr>
        <p:spPr>
          <a:xfrm>
            <a:off x="1595740" y="2847641"/>
            <a:ext cx="317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3847150" y="2843832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10596625" y="2843832"/>
            <a:ext cx="1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E0C79F-887D-D5D5-4325-3D7DBFC850A8}"/>
              </a:ext>
            </a:extLst>
          </p:cNvPr>
          <p:cNvGrpSpPr/>
          <p:nvPr userDrawn="1"/>
        </p:nvGrpSpPr>
        <p:grpSpPr>
          <a:xfrm>
            <a:off x="0" y="2756201"/>
            <a:ext cx="11600351" cy="175260"/>
            <a:chOff x="-8973356" y="6004560"/>
            <a:chExt cx="11600351" cy="17526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1D48D44-6B12-2414-D0B9-57B5439760B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55065D9-FD71-DAD4-ABE7-3C43AC86D8D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EC11630-6CD3-648B-7AAE-707D77C47AE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057767-97EC-55C6-2070-6BDB6235AAE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973356" y="6092190"/>
              <a:ext cx="116003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512E20F-AE02-E78E-5312-3B1BD7ADEE1B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2"/>
            </p:custDataLst>
          </p:nvPr>
        </p:nvSpPr>
        <p:spPr>
          <a:xfrm>
            <a:off x="9588625" y="4972378"/>
            <a:ext cx="2016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Subtitle Placeholder 5">
            <a:extLst>
              <a:ext uri="{FF2B5EF4-FFF2-40B4-BE49-F238E27FC236}">
                <a16:creationId xmlns:a16="http://schemas.microsoft.com/office/drawing/2014/main" id="{E92A1E10-22D8-1511-C4D6-EC70CD191D94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3"/>
            </p:custDataLst>
          </p:nvPr>
        </p:nvSpPr>
        <p:spPr>
          <a:xfrm>
            <a:off x="9588625" y="4410473"/>
            <a:ext cx="2016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6B44E573-5EF8-9976-D8A4-389524AF1992}"/>
              </a:ext>
            </a:extLst>
          </p:cNvPr>
          <p:cNvSpPr/>
          <p:nvPr userDrawn="1"/>
        </p:nvSpPr>
        <p:spPr>
          <a:xfrm>
            <a:off x="9588625" y="3276620"/>
            <a:ext cx="2016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Milestone Placeholder 5">
            <a:extLst>
              <a:ext uri="{FF2B5EF4-FFF2-40B4-BE49-F238E27FC236}">
                <a16:creationId xmlns:a16="http://schemas.microsoft.com/office/drawing/2014/main" id="{3C216FE0-7746-8A30-CB67-3F5AB7115783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4"/>
            </p:custDataLst>
          </p:nvPr>
        </p:nvSpPr>
        <p:spPr>
          <a:xfrm>
            <a:off x="9588625" y="3276620"/>
            <a:ext cx="2016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8" name="Straight Connector">
            <a:extLst>
              <a:ext uri="{FF2B5EF4-FFF2-40B4-BE49-F238E27FC236}">
                <a16:creationId xmlns:a16="http://schemas.microsoft.com/office/drawing/2014/main" id="{418201D9-E4CC-E6B4-3125-4B1DCBEB691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840021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FFB33D8E-77A4-B670-F216-B2BEFDE26D15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5"/>
            </p:custDataLst>
          </p:nvPr>
        </p:nvSpPr>
        <p:spPr>
          <a:xfrm>
            <a:off x="7338800" y="4972378"/>
            <a:ext cx="20160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1" name="Subtitle Placeholder 4">
            <a:extLst>
              <a:ext uri="{FF2B5EF4-FFF2-40B4-BE49-F238E27FC236}">
                <a16:creationId xmlns:a16="http://schemas.microsoft.com/office/drawing/2014/main" id="{AD24BAF5-3673-BAD1-370C-EEA1F410D7BE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6"/>
            </p:custDataLst>
          </p:nvPr>
        </p:nvSpPr>
        <p:spPr>
          <a:xfrm>
            <a:off x="7338800" y="4410473"/>
            <a:ext cx="2016000" cy="553998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9" name="Ellipse">
            <a:extLst>
              <a:ext uri="{FF2B5EF4-FFF2-40B4-BE49-F238E27FC236}">
                <a16:creationId xmlns:a16="http://schemas.microsoft.com/office/drawing/2014/main" id="{0F3B1F5E-2984-B7C5-175E-221E63F6A7F0}"/>
              </a:ext>
            </a:extLst>
          </p:cNvPr>
          <p:cNvSpPr/>
          <p:nvPr userDrawn="1"/>
        </p:nvSpPr>
        <p:spPr>
          <a:xfrm>
            <a:off x="7338800" y="3276620"/>
            <a:ext cx="20160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Milestone Placeholder 4">
            <a:extLst>
              <a:ext uri="{FF2B5EF4-FFF2-40B4-BE49-F238E27FC236}">
                <a16:creationId xmlns:a16="http://schemas.microsoft.com/office/drawing/2014/main" id="{15DCBF67-9235-B088-1C2A-10438EE29EB0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17"/>
            </p:custDataLst>
          </p:nvPr>
        </p:nvSpPr>
        <p:spPr>
          <a:xfrm>
            <a:off x="7338800" y="3276620"/>
            <a:ext cx="2016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42" name="Straight Connector">
            <a:extLst>
              <a:ext uri="{FF2B5EF4-FFF2-40B4-BE49-F238E27FC236}">
                <a16:creationId xmlns:a16="http://schemas.microsoft.com/office/drawing/2014/main" id="{BBCC1909-AC9D-70C8-F56E-AA248AB7D146}"/>
              </a:ext>
            </a:extLst>
          </p:cNvPr>
          <p:cNvCxnSpPr>
            <a:cxnSpLocks/>
          </p:cNvCxnSpPr>
          <p:nvPr userDrawn="1"/>
        </p:nvCxnSpPr>
        <p:spPr>
          <a:xfrm>
            <a:off x="8334080" y="2840021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Free Badge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250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BF710864-9E54-BA0B-551F-DCED58252020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BA1FA52-A9DC-45C9-F694-72A856349680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589325" y="4963884"/>
            <a:ext cx="1659600" cy="1287134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2477063" y="4962218"/>
            <a:ext cx="16596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Subtitle Placeholder 1">
            <a:extLst>
              <a:ext uri="{FF2B5EF4-FFF2-40B4-BE49-F238E27FC236}">
                <a16:creationId xmlns:a16="http://schemas.microsoft.com/office/drawing/2014/main" id="{3DEDFF03-DE8B-9F20-0245-6271A7339400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9325" y="4227878"/>
            <a:ext cx="1659600" cy="553998"/>
          </a:xfrm>
        </p:spPr>
        <p:txBody>
          <a:bodyPr wrap="square" lIns="108000" tIns="0" rIns="108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7E1FF189-0787-2621-03B5-C9310E0538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2477063" y="4227878"/>
            <a:ext cx="1659600" cy="553998"/>
          </a:xfrm>
        </p:spPr>
        <p:txBody>
          <a:bodyPr wrap="square" lIns="108000" tIns="0" rIns="108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4345400" y="4962218"/>
            <a:ext cx="16596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3" name="Subtitle Placeholder 3">
            <a:extLst>
              <a:ext uri="{FF2B5EF4-FFF2-40B4-BE49-F238E27FC236}">
                <a16:creationId xmlns:a16="http://schemas.microsoft.com/office/drawing/2014/main" id="{665E2C0F-CD20-B36D-9CC9-2846D848016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4345400" y="4227878"/>
            <a:ext cx="1659600" cy="553998"/>
          </a:xfrm>
        </p:spPr>
        <p:txBody>
          <a:bodyPr wrap="square" lIns="108000" tIns="0" rIns="108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4" name="Ellipse">
            <a:extLst>
              <a:ext uri="{FF2B5EF4-FFF2-40B4-BE49-F238E27FC236}">
                <a16:creationId xmlns:a16="http://schemas.microsoft.com/office/drawing/2014/main" id="{0C648F5D-DEF0-20F0-52EC-3D99F7F0B943}"/>
              </a:ext>
            </a:extLst>
          </p:cNvPr>
          <p:cNvSpPr/>
          <p:nvPr userDrawn="1"/>
        </p:nvSpPr>
        <p:spPr>
          <a:xfrm>
            <a:off x="4345400" y="2968394"/>
            <a:ext cx="16596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8E4F6A4B-F82B-B9B8-09C7-12E7D8D0EE02}"/>
              </a:ext>
            </a:extLst>
          </p:cNvPr>
          <p:cNvSpPr/>
          <p:nvPr userDrawn="1"/>
        </p:nvSpPr>
        <p:spPr>
          <a:xfrm>
            <a:off x="2477063" y="2968394"/>
            <a:ext cx="16596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8293DE6A-44B6-9556-EC12-1336ED5F3981}"/>
              </a:ext>
            </a:extLst>
          </p:cNvPr>
          <p:cNvSpPr/>
          <p:nvPr userDrawn="1"/>
        </p:nvSpPr>
        <p:spPr>
          <a:xfrm>
            <a:off x="589325" y="2968394"/>
            <a:ext cx="16596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Milestone Placeholder 1">
            <a:extLst>
              <a:ext uri="{FF2B5EF4-FFF2-40B4-BE49-F238E27FC236}">
                <a16:creationId xmlns:a16="http://schemas.microsoft.com/office/drawing/2014/main" id="{353CEC8B-02BC-C3F6-2E86-D4FBB551132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89325" y="2968000"/>
            <a:ext cx="1659600" cy="875588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3" name="Milestone Placeholder 2">
            <a:extLst>
              <a:ext uri="{FF2B5EF4-FFF2-40B4-BE49-F238E27FC236}">
                <a16:creationId xmlns:a16="http://schemas.microsoft.com/office/drawing/2014/main" id="{2F7E81ED-918A-4FBE-5AAD-A39C1858B35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2477063" y="2968394"/>
            <a:ext cx="16596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4" name="Milestone Placeholder 3">
            <a:extLst>
              <a:ext uri="{FF2B5EF4-FFF2-40B4-BE49-F238E27FC236}">
                <a16:creationId xmlns:a16="http://schemas.microsoft.com/office/drawing/2014/main" id="{3384920C-D74D-B088-CA64-EA32144F1C4B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4345400" y="2968394"/>
            <a:ext cx="16596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0AC3E6A9-1C3A-F0A2-EE9A-0B59A65B1A99}"/>
              </a:ext>
            </a:extLst>
          </p:cNvPr>
          <p:cNvCxnSpPr>
            <a:cxnSpLocks/>
          </p:cNvCxnSpPr>
          <p:nvPr userDrawn="1"/>
        </p:nvCxnSpPr>
        <p:spPr>
          <a:xfrm>
            <a:off x="1595740" y="2539415"/>
            <a:ext cx="317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02E48D0A-BCBE-EBA9-0A39-0B465C6EC4ED}"/>
              </a:ext>
            </a:extLst>
          </p:cNvPr>
          <p:cNvCxnSpPr>
            <a:cxnSpLocks/>
          </p:cNvCxnSpPr>
          <p:nvPr userDrawn="1"/>
        </p:nvCxnSpPr>
        <p:spPr>
          <a:xfrm>
            <a:off x="3306863" y="2535606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">
            <a:extLst>
              <a:ext uri="{FF2B5EF4-FFF2-40B4-BE49-F238E27FC236}">
                <a16:creationId xmlns:a16="http://schemas.microsoft.com/office/drawing/2014/main" id="{446B5019-23A0-895B-A2A1-049718100839}"/>
              </a:ext>
            </a:extLst>
          </p:cNvPr>
          <p:cNvCxnSpPr>
            <a:cxnSpLocks/>
          </p:cNvCxnSpPr>
          <p:nvPr userDrawn="1"/>
        </p:nvCxnSpPr>
        <p:spPr>
          <a:xfrm>
            <a:off x="8903985" y="2535606"/>
            <a:ext cx="1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E0C79F-887D-D5D5-4325-3D7DBFC850A8}"/>
              </a:ext>
            </a:extLst>
          </p:cNvPr>
          <p:cNvGrpSpPr/>
          <p:nvPr userDrawn="1"/>
        </p:nvGrpSpPr>
        <p:grpSpPr>
          <a:xfrm>
            <a:off x="0" y="2447975"/>
            <a:ext cx="11600351" cy="175260"/>
            <a:chOff x="-8973356" y="6004560"/>
            <a:chExt cx="11600351" cy="17526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1D48D44-6B12-2414-D0B9-57B5439760B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55065D9-FD71-DAD4-ABE7-3C43AC86D8D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EC11630-6CD3-648B-7AAE-707D77C47AE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057767-97EC-55C6-2070-6BDB6235AAE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973356" y="6092190"/>
              <a:ext cx="116003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512E20F-AE02-E78E-5312-3B1BD7ADEE1B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2"/>
            </p:custDataLst>
          </p:nvPr>
        </p:nvSpPr>
        <p:spPr>
          <a:xfrm>
            <a:off x="8074185" y="4962218"/>
            <a:ext cx="16596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Subtitle Placeholder 5">
            <a:extLst>
              <a:ext uri="{FF2B5EF4-FFF2-40B4-BE49-F238E27FC236}">
                <a16:creationId xmlns:a16="http://schemas.microsoft.com/office/drawing/2014/main" id="{E92A1E10-22D8-1511-C4D6-EC70CD191D94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3"/>
            </p:custDataLst>
          </p:nvPr>
        </p:nvSpPr>
        <p:spPr>
          <a:xfrm>
            <a:off x="8074185" y="4227878"/>
            <a:ext cx="1659600" cy="553998"/>
          </a:xfrm>
        </p:spPr>
        <p:txBody>
          <a:bodyPr wrap="square" lIns="108000" tIns="0" rIns="108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6B44E573-5EF8-9976-D8A4-389524AF1992}"/>
              </a:ext>
            </a:extLst>
          </p:cNvPr>
          <p:cNvSpPr/>
          <p:nvPr userDrawn="1"/>
        </p:nvSpPr>
        <p:spPr>
          <a:xfrm>
            <a:off x="8074185" y="2968394"/>
            <a:ext cx="16596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Milestone Placeholder 5">
            <a:extLst>
              <a:ext uri="{FF2B5EF4-FFF2-40B4-BE49-F238E27FC236}">
                <a16:creationId xmlns:a16="http://schemas.microsoft.com/office/drawing/2014/main" id="{3C216FE0-7746-8A30-CB67-3F5AB7115783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4"/>
            </p:custDataLst>
          </p:nvPr>
        </p:nvSpPr>
        <p:spPr>
          <a:xfrm>
            <a:off x="8074185" y="2968394"/>
            <a:ext cx="16596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28" name="Straight Connector">
            <a:extLst>
              <a:ext uri="{FF2B5EF4-FFF2-40B4-BE49-F238E27FC236}">
                <a16:creationId xmlns:a16="http://schemas.microsoft.com/office/drawing/2014/main" id="{418201D9-E4CC-E6B4-3125-4B1DCBEB691C}"/>
              </a:ext>
            </a:extLst>
          </p:cNvPr>
          <p:cNvCxnSpPr>
            <a:cxnSpLocks/>
          </p:cNvCxnSpPr>
          <p:nvPr userDrawn="1"/>
        </p:nvCxnSpPr>
        <p:spPr>
          <a:xfrm>
            <a:off x="5169545" y="2531795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FFB33D8E-77A4-B670-F216-B2BEFDE26D15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5"/>
            </p:custDataLst>
          </p:nvPr>
        </p:nvSpPr>
        <p:spPr>
          <a:xfrm>
            <a:off x="6202970" y="4962218"/>
            <a:ext cx="16596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1" name="Subtitle Placeholder 4">
            <a:extLst>
              <a:ext uri="{FF2B5EF4-FFF2-40B4-BE49-F238E27FC236}">
                <a16:creationId xmlns:a16="http://schemas.microsoft.com/office/drawing/2014/main" id="{AD24BAF5-3673-BAD1-370C-EEA1F410D7BE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6"/>
            </p:custDataLst>
          </p:nvPr>
        </p:nvSpPr>
        <p:spPr>
          <a:xfrm>
            <a:off x="6202970" y="4227878"/>
            <a:ext cx="1659600" cy="553998"/>
          </a:xfrm>
        </p:spPr>
        <p:txBody>
          <a:bodyPr wrap="square" lIns="108000" tIns="0" rIns="108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9" name="Ellipse">
            <a:extLst>
              <a:ext uri="{FF2B5EF4-FFF2-40B4-BE49-F238E27FC236}">
                <a16:creationId xmlns:a16="http://schemas.microsoft.com/office/drawing/2014/main" id="{0F3B1F5E-2984-B7C5-175E-221E63F6A7F0}"/>
              </a:ext>
            </a:extLst>
          </p:cNvPr>
          <p:cNvSpPr/>
          <p:nvPr userDrawn="1"/>
        </p:nvSpPr>
        <p:spPr>
          <a:xfrm>
            <a:off x="6202970" y="2968394"/>
            <a:ext cx="16596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Milestone Placeholder 4">
            <a:extLst>
              <a:ext uri="{FF2B5EF4-FFF2-40B4-BE49-F238E27FC236}">
                <a16:creationId xmlns:a16="http://schemas.microsoft.com/office/drawing/2014/main" id="{15DCBF67-9235-B088-1C2A-10438EE29EB0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17"/>
            </p:custDataLst>
          </p:nvPr>
        </p:nvSpPr>
        <p:spPr>
          <a:xfrm>
            <a:off x="6202970" y="2968394"/>
            <a:ext cx="16596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42" name="Straight Connector">
            <a:extLst>
              <a:ext uri="{FF2B5EF4-FFF2-40B4-BE49-F238E27FC236}">
                <a16:creationId xmlns:a16="http://schemas.microsoft.com/office/drawing/2014/main" id="{BBCC1909-AC9D-70C8-F56E-AA248AB7D146}"/>
              </a:ext>
            </a:extLst>
          </p:cNvPr>
          <p:cNvCxnSpPr>
            <a:cxnSpLocks/>
          </p:cNvCxnSpPr>
          <p:nvPr userDrawn="1"/>
        </p:nvCxnSpPr>
        <p:spPr>
          <a:xfrm>
            <a:off x="7032770" y="2531795"/>
            <a:ext cx="0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EB04480-CB4A-4014-3B9E-99EB0EC9FDBF}"/>
              </a:ext>
            </a:extLst>
          </p:cNvPr>
          <p:cNvCxnSpPr>
            <a:cxnSpLocks/>
          </p:cNvCxnSpPr>
          <p:nvPr userDrawn="1"/>
        </p:nvCxnSpPr>
        <p:spPr>
          <a:xfrm>
            <a:off x="10775199" y="2535606"/>
            <a:ext cx="1" cy="4284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3A64D6A-E200-4BBB-D8E5-0F78530E7370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18"/>
            </p:custDataLst>
          </p:nvPr>
        </p:nvSpPr>
        <p:spPr>
          <a:xfrm>
            <a:off x="9945399" y="4962218"/>
            <a:ext cx="1659600" cy="128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9" name="Subtitle Placeholder 6">
            <a:extLst>
              <a:ext uri="{FF2B5EF4-FFF2-40B4-BE49-F238E27FC236}">
                <a16:creationId xmlns:a16="http://schemas.microsoft.com/office/drawing/2014/main" id="{72B512F5-BE0C-AF68-916D-8A932E7D5147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19"/>
            </p:custDataLst>
          </p:nvPr>
        </p:nvSpPr>
        <p:spPr>
          <a:xfrm>
            <a:off x="9945399" y="4227878"/>
            <a:ext cx="1659600" cy="553998"/>
          </a:xfrm>
        </p:spPr>
        <p:txBody>
          <a:bodyPr wrap="square" lIns="108000" tIns="0" rIns="108000" bIns="0" anchor="ctr" anchorCtr="0">
            <a:spAutoFit/>
          </a:bodyPr>
          <a:lstStyle>
            <a:lvl1pPr marL="0" indent="0" algn="ctr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3" name="Ellipse">
            <a:extLst>
              <a:ext uri="{FF2B5EF4-FFF2-40B4-BE49-F238E27FC236}">
                <a16:creationId xmlns:a16="http://schemas.microsoft.com/office/drawing/2014/main" id="{A240C85F-A991-C029-AE4E-0A6CE9188D18}"/>
              </a:ext>
            </a:extLst>
          </p:cNvPr>
          <p:cNvSpPr/>
          <p:nvPr userDrawn="1"/>
        </p:nvSpPr>
        <p:spPr>
          <a:xfrm>
            <a:off x="9945399" y="2968394"/>
            <a:ext cx="1659600" cy="874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Milestone Placeholder 6">
            <a:extLst>
              <a:ext uri="{FF2B5EF4-FFF2-40B4-BE49-F238E27FC236}">
                <a16:creationId xmlns:a16="http://schemas.microsoft.com/office/drawing/2014/main" id="{C9FA9A07-A3FB-00BB-9255-A89C823750C0}"/>
              </a:ext>
            </a:extLst>
          </p:cNvPr>
          <p:cNvSpPr>
            <a:spLocks noGrp="1"/>
          </p:cNvSpPr>
          <p:nvPr>
            <p:ph type="body" idx="53" hasCustomPrompt="1"/>
            <p:custDataLst>
              <p:tags r:id="rId20"/>
            </p:custDataLst>
          </p:nvPr>
        </p:nvSpPr>
        <p:spPr>
          <a:xfrm>
            <a:off x="9945399" y="2968394"/>
            <a:ext cx="16596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19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pic>
        <p:nvPicPr>
          <p:cNvPr id="22" name="Free Badge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609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CE52EDBC-9B5C-C3E8-BF45-AFC0EA1A7651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Rectangle 45">
            <a:extLst>
              <a:ext uri="{FF2B5EF4-FFF2-40B4-BE49-F238E27FC236}">
                <a16:creationId xmlns:a16="http://schemas.microsoft.com/office/drawing/2014/main" id="{B0F938E9-6A54-86AE-F67C-3253C2030C68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534EB02-17AB-8166-E153-FD839A2E6A60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7" name="Group 14">
            <a:extLst>
              <a:ext uri="{FF2B5EF4-FFF2-40B4-BE49-F238E27FC236}">
                <a16:creationId xmlns:a16="http://schemas.microsoft.com/office/drawing/2014/main" id="{D6D0E247-DAC3-6AC9-43EC-FB51201EEB3D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3" name="Straight Connector 15">
              <a:extLst>
                <a:ext uri="{FF2B5EF4-FFF2-40B4-BE49-F238E27FC236}">
                  <a16:creationId xmlns:a16="http://schemas.microsoft.com/office/drawing/2014/main" id="{CAB5EBBC-7896-1D7A-C336-0A4B9EF321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7">
              <a:extLst>
                <a:ext uri="{FF2B5EF4-FFF2-40B4-BE49-F238E27FC236}">
                  <a16:creationId xmlns:a16="http://schemas.microsoft.com/office/drawing/2014/main" id="{19C6B339-7B11-E95A-62A8-A770CBA44D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EBD4D67A-5493-3ED8-FB19-F89D84A2C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09267534-3825-8599-1E49-4DCFEE14978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2" name="Group 33">
            <a:extLst>
              <a:ext uri="{FF2B5EF4-FFF2-40B4-BE49-F238E27FC236}">
                <a16:creationId xmlns:a16="http://schemas.microsoft.com/office/drawing/2014/main" id="{2F8F7FF7-9360-608B-2965-D39FC697EB71}"/>
              </a:ext>
            </a:extLst>
          </p:cNvPr>
          <p:cNvGrpSpPr/>
          <p:nvPr userDrawn="1"/>
        </p:nvGrpSpPr>
        <p:grpSpPr>
          <a:xfrm>
            <a:off x="0" y="6186170"/>
            <a:ext cx="11600351" cy="175260"/>
            <a:chOff x="-8973356" y="6004560"/>
            <a:chExt cx="11600351" cy="175260"/>
          </a:xfrm>
        </p:grpSpPr>
        <p:grpSp>
          <p:nvGrpSpPr>
            <p:cNvPr id="13" name="Group 34">
              <a:extLst>
                <a:ext uri="{FF2B5EF4-FFF2-40B4-BE49-F238E27FC236}">
                  <a16:creationId xmlns:a16="http://schemas.microsoft.com/office/drawing/2014/main" id="{34319A3B-E4CB-CE23-DC9C-F0A1C25A0DF4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7" name="Straight Connector 36">
                <a:extLst>
                  <a:ext uri="{FF2B5EF4-FFF2-40B4-BE49-F238E27FC236}">
                    <a16:creationId xmlns:a16="http://schemas.microsoft.com/office/drawing/2014/main" id="{AD15C154-B350-4B9F-ACBD-D1897CDE47E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37">
                <a:extLst>
                  <a:ext uri="{FF2B5EF4-FFF2-40B4-BE49-F238E27FC236}">
                    <a16:creationId xmlns:a16="http://schemas.microsoft.com/office/drawing/2014/main" id="{BE89F307-C7DF-36BC-5676-7CAAD783676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Connector 35">
              <a:extLst>
                <a:ext uri="{FF2B5EF4-FFF2-40B4-BE49-F238E27FC236}">
                  <a16:creationId xmlns:a16="http://schemas.microsoft.com/office/drawing/2014/main" id="{F744261F-14FB-4DD8-29C2-8DE84A871F9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973356" y="6092190"/>
              <a:ext cx="116003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Website Name">
            <a:extLst>
              <a:ext uri="{FF2B5EF4-FFF2-40B4-BE49-F238E27FC236}">
                <a16:creationId xmlns:a16="http://schemas.microsoft.com/office/drawing/2014/main" id="{DBE871C4-F3E5-1FE6-ECB9-B53DB0CD0EF5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3"/>
            </p:custDataLst>
          </p:nvPr>
        </p:nvSpPr>
        <p:spPr>
          <a:xfrm>
            <a:off x="1790836" y="3376779"/>
            <a:ext cx="3783907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Ellipse">
            <a:extLst>
              <a:ext uri="{FF2B5EF4-FFF2-40B4-BE49-F238E27FC236}">
                <a16:creationId xmlns:a16="http://schemas.microsoft.com/office/drawing/2014/main" id="{013FBAEB-8C11-161A-F273-755C46E5880E}"/>
              </a:ext>
            </a:extLst>
          </p:cNvPr>
          <p:cNvSpPr/>
          <p:nvPr userDrawn="1"/>
        </p:nvSpPr>
        <p:spPr>
          <a:xfrm>
            <a:off x="605376" y="3218489"/>
            <a:ext cx="972000" cy="97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Email Name">
            <a:extLst>
              <a:ext uri="{FF2B5EF4-FFF2-40B4-BE49-F238E27FC236}">
                <a16:creationId xmlns:a16="http://schemas.microsoft.com/office/drawing/2014/main" id="{19920B5E-2E3C-6BB8-5B96-15D9E16A7B3F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4"/>
            </p:custDataLst>
          </p:nvPr>
        </p:nvSpPr>
        <p:spPr>
          <a:xfrm>
            <a:off x="1790836" y="4835211"/>
            <a:ext cx="3783907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4FF1C147-763B-EB8C-10E0-F2F59322721E}"/>
              </a:ext>
            </a:extLst>
          </p:cNvPr>
          <p:cNvSpPr/>
          <p:nvPr userDrawn="1"/>
        </p:nvSpPr>
        <p:spPr>
          <a:xfrm>
            <a:off x="605376" y="4676921"/>
            <a:ext cx="972000" cy="97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Phone Name">
            <a:extLst>
              <a:ext uri="{FF2B5EF4-FFF2-40B4-BE49-F238E27FC236}">
                <a16:creationId xmlns:a16="http://schemas.microsoft.com/office/drawing/2014/main" id="{39E1E51B-E15A-6009-1FFE-02F2FCA48D35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5"/>
            </p:custDataLst>
          </p:nvPr>
        </p:nvSpPr>
        <p:spPr>
          <a:xfrm>
            <a:off x="7386870" y="3376779"/>
            <a:ext cx="3783600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Ellipse">
            <a:extLst>
              <a:ext uri="{FF2B5EF4-FFF2-40B4-BE49-F238E27FC236}">
                <a16:creationId xmlns:a16="http://schemas.microsoft.com/office/drawing/2014/main" id="{5577D7CA-8B8F-1E43-770B-49E060F97410}"/>
              </a:ext>
            </a:extLst>
          </p:cNvPr>
          <p:cNvSpPr/>
          <p:nvPr userDrawn="1"/>
        </p:nvSpPr>
        <p:spPr>
          <a:xfrm>
            <a:off x="6201410" y="3218489"/>
            <a:ext cx="972000" cy="97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Location Name">
            <a:extLst>
              <a:ext uri="{FF2B5EF4-FFF2-40B4-BE49-F238E27FC236}">
                <a16:creationId xmlns:a16="http://schemas.microsoft.com/office/drawing/2014/main" id="{E2327B66-4E9E-779B-BC2A-84BAD8F1D211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6"/>
            </p:custDataLst>
          </p:nvPr>
        </p:nvSpPr>
        <p:spPr>
          <a:xfrm>
            <a:off x="7386870" y="4835211"/>
            <a:ext cx="3783600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Ellipse">
            <a:extLst>
              <a:ext uri="{FF2B5EF4-FFF2-40B4-BE49-F238E27FC236}">
                <a16:creationId xmlns:a16="http://schemas.microsoft.com/office/drawing/2014/main" id="{A0AEFF67-1B78-133F-ED8A-B5B8B8E82763}"/>
              </a:ext>
            </a:extLst>
          </p:cNvPr>
          <p:cNvSpPr/>
          <p:nvPr userDrawn="1"/>
        </p:nvSpPr>
        <p:spPr>
          <a:xfrm>
            <a:off x="6201410" y="4676921"/>
            <a:ext cx="972000" cy="97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" name="Рисунок 80" descr="Земля контур">
            <a:extLst>
              <a:ext uri="{FF2B5EF4-FFF2-40B4-BE49-F238E27FC236}">
                <a16:creationId xmlns:a16="http://schemas.microsoft.com/office/drawing/2014/main" id="{1600E9D2-B1B5-A3DD-7A24-38F2A4D6132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57376" y="3470489"/>
            <a:ext cx="468000" cy="468000"/>
          </a:xfrm>
          <a:prstGeom prst="rect">
            <a:avLst/>
          </a:prstGeom>
        </p:spPr>
      </p:pic>
      <p:pic>
        <p:nvPicPr>
          <p:cNvPr id="31" name="Рисунок 85" descr="Конверт контур">
            <a:extLst>
              <a:ext uri="{FF2B5EF4-FFF2-40B4-BE49-F238E27FC236}">
                <a16:creationId xmlns:a16="http://schemas.microsoft.com/office/drawing/2014/main" id="{F4A84F05-8C0D-73AA-7576-2A2DDCD0C85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57376" y="4928921"/>
            <a:ext cx="468000" cy="468000"/>
          </a:xfrm>
          <a:prstGeom prst="rect">
            <a:avLst/>
          </a:prstGeom>
        </p:spPr>
      </p:pic>
      <p:pic>
        <p:nvPicPr>
          <p:cNvPr id="32" name="Рисунок 90" descr="Телефонная трубка контур">
            <a:extLst>
              <a:ext uri="{FF2B5EF4-FFF2-40B4-BE49-F238E27FC236}">
                <a16:creationId xmlns:a16="http://schemas.microsoft.com/office/drawing/2014/main" id="{9D3A4C30-9B15-C6E4-510E-EC5063AF6A4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6453410" y="3470489"/>
            <a:ext cx="468000" cy="468000"/>
          </a:xfrm>
          <a:prstGeom prst="rect">
            <a:avLst/>
          </a:prstGeom>
        </p:spPr>
      </p:pic>
      <p:pic>
        <p:nvPicPr>
          <p:cNvPr id="33" name="Рисунок 95" descr="Карта с кнопкой контур">
            <a:extLst>
              <a:ext uri="{FF2B5EF4-FFF2-40B4-BE49-F238E27FC236}">
                <a16:creationId xmlns:a16="http://schemas.microsoft.com/office/drawing/2014/main" id="{901F2131-4DD9-2252-2FE4-970812C4708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6453410" y="4928921"/>
            <a:ext cx="468000" cy="468000"/>
          </a:xfrm>
          <a:prstGeom prst="rect">
            <a:avLst/>
          </a:prstGeom>
        </p:spPr>
      </p:pic>
      <p:sp>
        <p:nvSpPr>
          <p:cNvPr id="39" name="Website Value">
            <a:extLst>
              <a:ext uri="{FF2B5EF4-FFF2-40B4-BE49-F238E27FC236}">
                <a16:creationId xmlns:a16="http://schemas.microsoft.com/office/drawing/2014/main" id="{74FE7EA0-F83C-5765-BEF4-AD7870691748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7"/>
            </p:custDataLst>
          </p:nvPr>
        </p:nvSpPr>
        <p:spPr>
          <a:xfrm>
            <a:off x="1790836" y="3659799"/>
            <a:ext cx="3783907" cy="290520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1" name="Phone Value">
            <a:extLst>
              <a:ext uri="{FF2B5EF4-FFF2-40B4-BE49-F238E27FC236}">
                <a16:creationId xmlns:a16="http://schemas.microsoft.com/office/drawing/2014/main" id="{906015B8-6F98-92BC-50BA-9560EC1CA7C6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8"/>
            </p:custDataLst>
          </p:nvPr>
        </p:nvSpPr>
        <p:spPr>
          <a:xfrm>
            <a:off x="7386870" y="3659799"/>
            <a:ext cx="3783600" cy="290520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2" name="Email Value">
            <a:extLst>
              <a:ext uri="{FF2B5EF4-FFF2-40B4-BE49-F238E27FC236}">
                <a16:creationId xmlns:a16="http://schemas.microsoft.com/office/drawing/2014/main" id="{5B891843-5B23-5F47-AC58-C0CB06CFDF3E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9"/>
            </p:custDataLst>
          </p:nvPr>
        </p:nvSpPr>
        <p:spPr>
          <a:xfrm>
            <a:off x="1790836" y="5118601"/>
            <a:ext cx="3783907" cy="290520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3" name="Location Value">
            <a:extLst>
              <a:ext uri="{FF2B5EF4-FFF2-40B4-BE49-F238E27FC236}">
                <a16:creationId xmlns:a16="http://schemas.microsoft.com/office/drawing/2014/main" id="{B0A472B4-AAA6-221F-1D91-A472FB2B8C26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10"/>
            </p:custDataLst>
          </p:nvPr>
        </p:nvSpPr>
        <p:spPr>
          <a:xfrm>
            <a:off x="7386870" y="5118601"/>
            <a:ext cx="3783600" cy="290520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4" name="Arc 61">
            <a:extLst>
              <a:ext uri="{FF2B5EF4-FFF2-40B4-BE49-F238E27FC236}">
                <a16:creationId xmlns:a16="http://schemas.microsoft.com/office/drawing/2014/main" id="{EABFD8C7-0740-EDCC-DDD4-F9CF6A0B78F6}"/>
              </a:ext>
            </a:extLst>
          </p:cNvPr>
          <p:cNvSpPr/>
          <p:nvPr userDrawn="1"/>
        </p:nvSpPr>
        <p:spPr>
          <a:xfrm rot="16200000">
            <a:off x="9598849" y="-1294167"/>
            <a:ext cx="2593151" cy="2593151"/>
          </a:xfrm>
          <a:prstGeom prst="arc">
            <a:avLst>
              <a:gd name="adj1" fmla="val 5405943"/>
              <a:gd name="adj2" fmla="val 1621157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7028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EF1AB599-398C-6102-6CD7-AAEDB9B882B3}"/>
              </a:ext>
            </a:extLst>
          </p:cNvPr>
          <p:cNvSpPr/>
          <p:nvPr userDrawn="1"/>
        </p:nvSpPr>
        <p:spPr>
          <a:xfrm rot="10800000">
            <a:off x="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953E791B-9F63-5E41-2D4C-C81A8C15FE6E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EBEC597-F322-0CB8-3827-265D67F5CF6A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8" name="Group 14">
            <a:extLst>
              <a:ext uri="{FF2B5EF4-FFF2-40B4-BE49-F238E27FC236}">
                <a16:creationId xmlns:a16="http://schemas.microsoft.com/office/drawing/2014/main" id="{FAD649C6-F4B5-0DEC-5D26-B304A50A2849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9" name="Straight Connector 15">
              <a:extLst>
                <a:ext uri="{FF2B5EF4-FFF2-40B4-BE49-F238E27FC236}">
                  <a16:creationId xmlns:a16="http://schemas.microsoft.com/office/drawing/2014/main" id="{57357887-4E56-FBC0-60B5-D136E84F6E1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7">
              <a:extLst>
                <a:ext uri="{FF2B5EF4-FFF2-40B4-BE49-F238E27FC236}">
                  <a16:creationId xmlns:a16="http://schemas.microsoft.com/office/drawing/2014/main" id="{975DEF5A-947E-5DD9-C3B6-455AB87C997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8">
              <a:extLst>
                <a:ext uri="{FF2B5EF4-FFF2-40B4-BE49-F238E27FC236}">
                  <a16:creationId xmlns:a16="http://schemas.microsoft.com/office/drawing/2014/main" id="{3C75100B-5764-F419-2D80-6D42B519B60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A9C34204-BF7D-19BA-4789-B387D1D96B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3" name="Group 33">
            <a:extLst>
              <a:ext uri="{FF2B5EF4-FFF2-40B4-BE49-F238E27FC236}">
                <a16:creationId xmlns:a16="http://schemas.microsoft.com/office/drawing/2014/main" id="{9F1CED62-99E5-F729-C14F-7A1188B27286}"/>
              </a:ext>
            </a:extLst>
          </p:cNvPr>
          <p:cNvGrpSpPr/>
          <p:nvPr userDrawn="1"/>
        </p:nvGrpSpPr>
        <p:grpSpPr>
          <a:xfrm>
            <a:off x="0" y="6186170"/>
            <a:ext cx="11600351" cy="175260"/>
            <a:chOff x="-8973356" y="6004560"/>
            <a:chExt cx="11600351" cy="175260"/>
          </a:xfrm>
        </p:grpSpPr>
        <p:grpSp>
          <p:nvGrpSpPr>
            <p:cNvPr id="14" name="Group 34">
              <a:extLst>
                <a:ext uri="{FF2B5EF4-FFF2-40B4-BE49-F238E27FC236}">
                  <a16:creationId xmlns:a16="http://schemas.microsoft.com/office/drawing/2014/main" id="{4076ECD1-7457-47A9-E596-465B2FB5E8D5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20" name="Straight Connector 36">
                <a:extLst>
                  <a:ext uri="{FF2B5EF4-FFF2-40B4-BE49-F238E27FC236}">
                    <a16:creationId xmlns:a16="http://schemas.microsoft.com/office/drawing/2014/main" id="{911299FE-8CBB-B0B2-1F78-F2C99CE7D46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37">
                <a:extLst>
                  <a:ext uri="{FF2B5EF4-FFF2-40B4-BE49-F238E27FC236}">
                    <a16:creationId xmlns:a16="http://schemas.microsoft.com/office/drawing/2014/main" id="{60446B37-924A-925D-D6A4-1024F292603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35">
              <a:extLst>
                <a:ext uri="{FF2B5EF4-FFF2-40B4-BE49-F238E27FC236}">
                  <a16:creationId xmlns:a16="http://schemas.microsoft.com/office/drawing/2014/main" id="{A4E24B28-FE64-BC25-4A3B-06FCD43C6F3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973356" y="6092190"/>
              <a:ext cx="116003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Website Name">
            <a:extLst>
              <a:ext uri="{FF2B5EF4-FFF2-40B4-BE49-F238E27FC236}">
                <a16:creationId xmlns:a16="http://schemas.microsoft.com/office/drawing/2014/main" id="{9B0BB299-6034-DA62-9680-DD6DD3234796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3"/>
            </p:custDataLst>
          </p:nvPr>
        </p:nvSpPr>
        <p:spPr>
          <a:xfrm>
            <a:off x="1790836" y="3376779"/>
            <a:ext cx="3783907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Ellipse">
            <a:extLst>
              <a:ext uri="{FF2B5EF4-FFF2-40B4-BE49-F238E27FC236}">
                <a16:creationId xmlns:a16="http://schemas.microsoft.com/office/drawing/2014/main" id="{E5973FA7-5ABE-70B3-E4AE-828CBD4FA836}"/>
              </a:ext>
            </a:extLst>
          </p:cNvPr>
          <p:cNvSpPr/>
          <p:nvPr userDrawn="1"/>
        </p:nvSpPr>
        <p:spPr>
          <a:xfrm>
            <a:off x="605376" y="3218489"/>
            <a:ext cx="972000" cy="97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Email Name">
            <a:extLst>
              <a:ext uri="{FF2B5EF4-FFF2-40B4-BE49-F238E27FC236}">
                <a16:creationId xmlns:a16="http://schemas.microsoft.com/office/drawing/2014/main" id="{1E02B2EE-B8E4-AB87-A304-478BC5C8CCB7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4"/>
            </p:custDataLst>
          </p:nvPr>
        </p:nvSpPr>
        <p:spPr>
          <a:xfrm>
            <a:off x="1790836" y="4835211"/>
            <a:ext cx="3783907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Ellipse">
            <a:extLst>
              <a:ext uri="{FF2B5EF4-FFF2-40B4-BE49-F238E27FC236}">
                <a16:creationId xmlns:a16="http://schemas.microsoft.com/office/drawing/2014/main" id="{15CE9314-8153-FB15-E881-2F9465AA7E0F}"/>
              </a:ext>
            </a:extLst>
          </p:cNvPr>
          <p:cNvSpPr/>
          <p:nvPr userDrawn="1"/>
        </p:nvSpPr>
        <p:spPr>
          <a:xfrm>
            <a:off x="605376" y="4676921"/>
            <a:ext cx="972000" cy="97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Phone Name">
            <a:extLst>
              <a:ext uri="{FF2B5EF4-FFF2-40B4-BE49-F238E27FC236}">
                <a16:creationId xmlns:a16="http://schemas.microsoft.com/office/drawing/2014/main" id="{967674B4-37F2-DEDC-80CA-6EDDBD9C7C24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5"/>
            </p:custDataLst>
          </p:nvPr>
        </p:nvSpPr>
        <p:spPr>
          <a:xfrm>
            <a:off x="7386870" y="3376779"/>
            <a:ext cx="3783600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Ellipse">
            <a:extLst>
              <a:ext uri="{FF2B5EF4-FFF2-40B4-BE49-F238E27FC236}">
                <a16:creationId xmlns:a16="http://schemas.microsoft.com/office/drawing/2014/main" id="{8AB0AAED-E3BC-5016-6E01-673A7C70B103}"/>
              </a:ext>
            </a:extLst>
          </p:cNvPr>
          <p:cNvSpPr/>
          <p:nvPr userDrawn="1"/>
        </p:nvSpPr>
        <p:spPr>
          <a:xfrm>
            <a:off x="6201410" y="3218489"/>
            <a:ext cx="972000" cy="97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Location Name">
            <a:extLst>
              <a:ext uri="{FF2B5EF4-FFF2-40B4-BE49-F238E27FC236}">
                <a16:creationId xmlns:a16="http://schemas.microsoft.com/office/drawing/2014/main" id="{7334CDB0-17D4-13CC-D390-4C579189CD76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6"/>
            </p:custDataLst>
          </p:nvPr>
        </p:nvSpPr>
        <p:spPr>
          <a:xfrm>
            <a:off x="7386870" y="4835211"/>
            <a:ext cx="3783600" cy="27699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Ellipse">
            <a:extLst>
              <a:ext uri="{FF2B5EF4-FFF2-40B4-BE49-F238E27FC236}">
                <a16:creationId xmlns:a16="http://schemas.microsoft.com/office/drawing/2014/main" id="{23410E9B-4BBF-54AF-E4EF-6CFB6882C49C}"/>
              </a:ext>
            </a:extLst>
          </p:cNvPr>
          <p:cNvSpPr/>
          <p:nvPr userDrawn="1"/>
        </p:nvSpPr>
        <p:spPr>
          <a:xfrm>
            <a:off x="6201410" y="4676921"/>
            <a:ext cx="972000" cy="97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80" descr="Земля контур">
            <a:extLst>
              <a:ext uri="{FF2B5EF4-FFF2-40B4-BE49-F238E27FC236}">
                <a16:creationId xmlns:a16="http://schemas.microsoft.com/office/drawing/2014/main" id="{D21FD7BF-1853-977C-826B-AD10FC6C48E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57376" y="3470489"/>
            <a:ext cx="468000" cy="468000"/>
          </a:xfrm>
          <a:prstGeom prst="rect">
            <a:avLst/>
          </a:prstGeom>
        </p:spPr>
      </p:pic>
      <p:pic>
        <p:nvPicPr>
          <p:cNvPr id="32" name="Рисунок 85" descr="Конверт контур">
            <a:extLst>
              <a:ext uri="{FF2B5EF4-FFF2-40B4-BE49-F238E27FC236}">
                <a16:creationId xmlns:a16="http://schemas.microsoft.com/office/drawing/2014/main" id="{6C076EA6-5C97-C7E1-1CA1-685BA22D863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57376" y="4928921"/>
            <a:ext cx="468000" cy="468000"/>
          </a:xfrm>
          <a:prstGeom prst="rect">
            <a:avLst/>
          </a:prstGeom>
        </p:spPr>
      </p:pic>
      <p:pic>
        <p:nvPicPr>
          <p:cNvPr id="33" name="Рисунок 90" descr="Телефонная трубка контур">
            <a:extLst>
              <a:ext uri="{FF2B5EF4-FFF2-40B4-BE49-F238E27FC236}">
                <a16:creationId xmlns:a16="http://schemas.microsoft.com/office/drawing/2014/main" id="{5215D131-5F7F-CEB5-1F42-38CCF4A3700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6453410" y="3470489"/>
            <a:ext cx="468000" cy="468000"/>
          </a:xfrm>
          <a:prstGeom prst="rect">
            <a:avLst/>
          </a:prstGeom>
        </p:spPr>
      </p:pic>
      <p:pic>
        <p:nvPicPr>
          <p:cNvPr id="39" name="Рисунок 95" descr="Карта с кнопкой контур">
            <a:extLst>
              <a:ext uri="{FF2B5EF4-FFF2-40B4-BE49-F238E27FC236}">
                <a16:creationId xmlns:a16="http://schemas.microsoft.com/office/drawing/2014/main" id="{22D32090-599E-A0F9-2A95-BB3840186FF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6453410" y="4928921"/>
            <a:ext cx="468000" cy="468000"/>
          </a:xfrm>
          <a:prstGeom prst="rect">
            <a:avLst/>
          </a:prstGeom>
        </p:spPr>
      </p:pic>
      <p:sp>
        <p:nvSpPr>
          <p:cNvPr id="41" name="Website Value">
            <a:extLst>
              <a:ext uri="{FF2B5EF4-FFF2-40B4-BE49-F238E27FC236}">
                <a16:creationId xmlns:a16="http://schemas.microsoft.com/office/drawing/2014/main" id="{8D6346B5-9F4D-DD4E-4E91-1FA4CAE36EA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7"/>
            </p:custDataLst>
          </p:nvPr>
        </p:nvSpPr>
        <p:spPr>
          <a:xfrm>
            <a:off x="1790836" y="3659799"/>
            <a:ext cx="3783907" cy="290520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2" name="Phone Value">
            <a:extLst>
              <a:ext uri="{FF2B5EF4-FFF2-40B4-BE49-F238E27FC236}">
                <a16:creationId xmlns:a16="http://schemas.microsoft.com/office/drawing/2014/main" id="{0230DA15-FD7B-9B86-D9E5-DE2E692E2D09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8"/>
            </p:custDataLst>
          </p:nvPr>
        </p:nvSpPr>
        <p:spPr>
          <a:xfrm>
            <a:off x="7386870" y="3659799"/>
            <a:ext cx="3783600" cy="290520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3" name="Email Value">
            <a:extLst>
              <a:ext uri="{FF2B5EF4-FFF2-40B4-BE49-F238E27FC236}">
                <a16:creationId xmlns:a16="http://schemas.microsoft.com/office/drawing/2014/main" id="{DCA96292-5F22-E00F-B327-0C10F826B5ED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9"/>
            </p:custDataLst>
          </p:nvPr>
        </p:nvSpPr>
        <p:spPr>
          <a:xfrm>
            <a:off x="1790836" y="5118601"/>
            <a:ext cx="3783907" cy="290520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4" name="Location Value">
            <a:extLst>
              <a:ext uri="{FF2B5EF4-FFF2-40B4-BE49-F238E27FC236}">
                <a16:creationId xmlns:a16="http://schemas.microsoft.com/office/drawing/2014/main" id="{F933FE65-4964-B3C1-4218-03C0BFDEF50D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10"/>
            </p:custDataLst>
          </p:nvPr>
        </p:nvSpPr>
        <p:spPr>
          <a:xfrm>
            <a:off x="7386870" y="5118601"/>
            <a:ext cx="3783600" cy="290520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61" name="Arc 3">
            <a:extLst>
              <a:ext uri="{FF2B5EF4-FFF2-40B4-BE49-F238E27FC236}">
                <a16:creationId xmlns:a16="http://schemas.microsoft.com/office/drawing/2014/main" id="{2CBCEC51-C71C-E1FB-763E-0150FB1C2014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912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S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0CC203-7BE5-8A9B-0B35-F8A22FAD0E31}"/>
              </a:ext>
            </a:extLst>
          </p:cNvPr>
          <p:cNvSpPr/>
          <p:nvPr userDrawn="1"/>
        </p:nvSpPr>
        <p:spPr>
          <a:xfrm>
            <a:off x="5334000" y="1"/>
            <a:ext cx="6858000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997DF897-2DD2-C53D-6191-90BFABBACE87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7859712" y="2738861"/>
            <a:ext cx="3743067" cy="1384995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4" name="Title Placeholder">
            <a:extLst>
              <a:ext uri="{FF2B5EF4-FFF2-40B4-BE49-F238E27FC236}">
                <a16:creationId xmlns:a16="http://schemas.microsoft.com/office/drawing/2014/main" id="{FEA11777-A048-C30E-BAEA-C9EB0D97B5F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9220" y="2175630"/>
            <a:ext cx="5398828" cy="251145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11F5048-F918-8750-8B5C-6500DD9D0838}"/>
              </a:ext>
            </a:extLst>
          </p:cNvPr>
          <p:cNvGrpSpPr/>
          <p:nvPr userDrawn="1"/>
        </p:nvGrpSpPr>
        <p:grpSpPr>
          <a:xfrm>
            <a:off x="589220" y="6192493"/>
            <a:ext cx="11015405" cy="175260"/>
            <a:chOff x="-8388410" y="6004560"/>
            <a:chExt cx="11015405" cy="17526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FAB8484-B625-CEE1-8CA7-ABB2C03AFA6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0CC52DF-B7B7-A534-EE11-A00C38544CA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0E84CC4-227C-B5CA-D2C1-7C1C8699A5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22BC337-8746-F1D3-797B-09B5D3965F4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88410" y="6092190"/>
              <a:ext cx="1101540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Ellipse">
            <a:extLst>
              <a:ext uri="{FF2B5EF4-FFF2-40B4-BE49-F238E27FC236}">
                <a16:creationId xmlns:a16="http://schemas.microsoft.com/office/drawing/2014/main" id="{A7DF9FD2-5989-1C4D-F108-65823C831CF5}"/>
              </a:ext>
            </a:extLst>
          </p:cNvPr>
          <p:cNvSpPr/>
          <p:nvPr userDrawn="1"/>
        </p:nvSpPr>
        <p:spPr>
          <a:xfrm>
            <a:off x="10740825" y="121729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Ellipse">
            <a:extLst>
              <a:ext uri="{FF2B5EF4-FFF2-40B4-BE49-F238E27FC236}">
                <a16:creationId xmlns:a16="http://schemas.microsoft.com/office/drawing/2014/main" id="{BB0106ED-1CD1-4FFE-A3E9-D611408F5E43}"/>
              </a:ext>
            </a:extLst>
          </p:cNvPr>
          <p:cNvSpPr/>
          <p:nvPr userDrawn="1"/>
        </p:nvSpPr>
        <p:spPr>
          <a:xfrm>
            <a:off x="11064725" y="121729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0213FF02-D652-62D9-501E-9CCACA12793E}"/>
              </a:ext>
            </a:extLst>
          </p:cNvPr>
          <p:cNvSpPr/>
          <p:nvPr userDrawn="1"/>
        </p:nvSpPr>
        <p:spPr>
          <a:xfrm>
            <a:off x="11388625" y="1217295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583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0CC203-7BE5-8A9B-0B35-F8A22FAD0E31}"/>
              </a:ext>
            </a:extLst>
          </p:cNvPr>
          <p:cNvSpPr/>
          <p:nvPr userDrawn="1"/>
        </p:nvSpPr>
        <p:spPr>
          <a:xfrm rot="16200000">
            <a:off x="5334000" y="1"/>
            <a:ext cx="6858000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Placeholder">
            <a:extLst>
              <a:ext uri="{FF2B5EF4-FFF2-40B4-BE49-F238E27FC236}">
                <a16:creationId xmlns:a16="http://schemas.microsoft.com/office/drawing/2014/main" id="{FEA11777-A048-C30E-BAEA-C9EB0D97B5F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9220" y="1317270"/>
            <a:ext cx="5398828" cy="2511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11F5048-F918-8750-8B5C-6500DD9D0838}"/>
              </a:ext>
            </a:extLst>
          </p:cNvPr>
          <p:cNvGrpSpPr/>
          <p:nvPr userDrawn="1"/>
        </p:nvGrpSpPr>
        <p:grpSpPr>
          <a:xfrm>
            <a:off x="589220" y="6192493"/>
            <a:ext cx="11015405" cy="175260"/>
            <a:chOff x="-8388410" y="6004560"/>
            <a:chExt cx="11015405" cy="17526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FAB8484-B625-CEE1-8CA7-ABB2C03AFA6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0CC52DF-B7B7-A534-EE11-A00C38544CA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0E84CC4-227C-B5CA-D2C1-7C1C8699A5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22BC337-8746-F1D3-797B-09B5D3965F4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88410" y="6092190"/>
              <a:ext cx="1101540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72C2631A-DD74-EC3D-7185-AE1C89DFE92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8075613" y="4668995"/>
            <a:ext cx="3529012" cy="1384995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" name="Ellipse">
            <a:extLst>
              <a:ext uri="{FF2B5EF4-FFF2-40B4-BE49-F238E27FC236}">
                <a16:creationId xmlns:a16="http://schemas.microsoft.com/office/drawing/2014/main" id="{A695C2D8-3AA1-C3F8-D758-665D6E832443}"/>
              </a:ext>
            </a:extLst>
          </p:cNvPr>
          <p:cNvSpPr/>
          <p:nvPr userDrawn="1"/>
        </p:nvSpPr>
        <p:spPr>
          <a:xfrm>
            <a:off x="10740825" y="121729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llipse">
            <a:extLst>
              <a:ext uri="{FF2B5EF4-FFF2-40B4-BE49-F238E27FC236}">
                <a16:creationId xmlns:a16="http://schemas.microsoft.com/office/drawing/2014/main" id="{B6811F5E-5BCC-3C93-AB89-4719098F9019}"/>
              </a:ext>
            </a:extLst>
          </p:cNvPr>
          <p:cNvSpPr/>
          <p:nvPr userDrawn="1"/>
        </p:nvSpPr>
        <p:spPr>
          <a:xfrm>
            <a:off x="11064725" y="121729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47DB999D-8A49-CB61-43E4-591874651B31}"/>
              </a:ext>
            </a:extLst>
          </p:cNvPr>
          <p:cNvSpPr/>
          <p:nvPr userDrawn="1"/>
        </p:nvSpPr>
        <p:spPr>
          <a:xfrm>
            <a:off x="11388625" y="1217295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020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0CC203-7BE5-8A9B-0B35-F8A22FAD0E31}"/>
              </a:ext>
            </a:extLst>
          </p:cNvPr>
          <p:cNvSpPr/>
          <p:nvPr userDrawn="1"/>
        </p:nvSpPr>
        <p:spPr>
          <a:xfrm rot="10800000">
            <a:off x="0" y="1"/>
            <a:ext cx="6858000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Placeholder">
            <a:extLst>
              <a:ext uri="{FF2B5EF4-FFF2-40B4-BE49-F238E27FC236}">
                <a16:creationId xmlns:a16="http://schemas.microsoft.com/office/drawing/2014/main" id="{FEA11777-A048-C30E-BAEA-C9EB0D97B5F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7375" y="1317270"/>
            <a:ext cx="5398828" cy="25114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11F5048-F918-8750-8B5C-6500DD9D0838}"/>
              </a:ext>
            </a:extLst>
          </p:cNvPr>
          <p:cNvGrpSpPr/>
          <p:nvPr userDrawn="1"/>
        </p:nvGrpSpPr>
        <p:grpSpPr>
          <a:xfrm>
            <a:off x="587375" y="6192493"/>
            <a:ext cx="7273132" cy="175260"/>
            <a:chOff x="-4646137" y="6004560"/>
            <a:chExt cx="7273132" cy="17526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FAB8484-B625-CEE1-8CA7-ABB2C03AFA6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0CC52DF-B7B7-A534-EE11-A00C38544CA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0E84CC4-227C-B5CA-D2C1-7C1C8699A5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22BC337-8746-F1D3-797B-09B5D3965F4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4646137" y="6092190"/>
              <a:ext cx="727313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72C2631A-DD74-EC3D-7185-AE1C89DFE92C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87375" y="4668995"/>
            <a:ext cx="3529012" cy="1384995"/>
          </a:xfrm>
        </p:spPr>
        <p:txBody>
          <a:bodyPr wrap="square" lIns="0" tIns="0" rIns="0" bIns="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E4098D1F-1542-C81A-9B66-4E30251DF06A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05546FA-655B-3091-60E8-086B4E9B4D1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302073" y="584200"/>
            <a:ext cx="3314998" cy="5689600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5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669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9FE35-3059-C770-C77C-8641104A4F91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4" y="2843626"/>
            <a:ext cx="5163067" cy="276999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539882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4" y="3692724"/>
            <a:ext cx="5163067" cy="2329663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F68E0913-6D1C-BE00-8A28-8B60802F27F4}"/>
              </a:ext>
            </a:extLst>
          </p:cNvPr>
          <p:cNvSpPr/>
          <p:nvPr userDrawn="1"/>
        </p:nvSpPr>
        <p:spPr>
          <a:xfrm>
            <a:off x="10673939" y="1910939"/>
            <a:ext cx="3036122" cy="3036122"/>
          </a:xfrm>
          <a:prstGeom prst="arc">
            <a:avLst>
              <a:gd name="adj1" fmla="val 5405943"/>
              <a:gd name="adj2" fmla="val 1619508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6E929D5-D6B9-D128-3C6A-449ED3E885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085773" y="584200"/>
            <a:ext cx="3531298" cy="5689600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8FBDAB2-824C-8CC5-79D5-D4AE0DDF4B89}"/>
              </a:ext>
            </a:extLst>
          </p:cNvPr>
          <p:cNvCxnSpPr>
            <a:cxnSpLocks/>
          </p:cNvCxnSpPr>
          <p:nvPr userDrawn="1"/>
        </p:nvCxnSpPr>
        <p:spPr>
          <a:xfrm>
            <a:off x="7859713" y="0"/>
            <a:ext cx="0" cy="6858000"/>
          </a:xfrm>
          <a:prstGeom prst="line">
            <a:avLst/>
          </a:prstGeom>
          <a:ln w="12700" cap="sq">
            <a:solidFill>
              <a:schemeClr val="tx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3007545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18290F16-429B-3FFC-470B-9AC488DA5E5D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814824" y="3129436"/>
            <a:ext cx="5163067" cy="335270"/>
          </a:xfrm>
        </p:spPr>
        <p:txBody>
          <a:bodyPr lIns="14400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68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533400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80" y="1325295"/>
            <a:ext cx="1100524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9380" y="6192493"/>
            <a:ext cx="11005245" cy="175260"/>
            <a:chOff x="-8378250" y="6004560"/>
            <a:chExt cx="11005245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78250" y="6092190"/>
              <a:ext cx="110052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ubtitle Placeholder 1">
            <a:extLst>
              <a:ext uri="{FF2B5EF4-FFF2-40B4-BE49-F238E27FC236}">
                <a16:creationId xmlns:a16="http://schemas.microsoft.com/office/drawing/2014/main" id="{95A00E30-C2EB-8F75-F9A6-460303B611E6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814825" y="5194142"/>
            <a:ext cx="3301564" cy="276999"/>
          </a:xfrm>
        </p:spPr>
        <p:txBody>
          <a:bodyPr wrap="square" lIns="14400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11AD4015-A6A6-4D80-C144-4C11AD88A35F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5" y="5493893"/>
            <a:ext cx="3301564" cy="511866"/>
          </a:xfrm>
        </p:spPr>
        <p:txBody>
          <a:bodyPr lIns="14400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514009F1-CA6B-1E31-5B8A-FCADC4F60FCF}"/>
              </a:ext>
            </a:extLst>
          </p:cNvPr>
          <p:cNvSpPr/>
          <p:nvPr userDrawn="1"/>
        </p:nvSpPr>
        <p:spPr>
          <a:xfrm>
            <a:off x="582568" y="5228452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FF56B68E-C3F6-267B-0FFE-53B2CA84CA9B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4564545" y="5194142"/>
            <a:ext cx="3301564" cy="276999"/>
          </a:xfrm>
        </p:spPr>
        <p:txBody>
          <a:bodyPr wrap="square" lIns="14400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53FBF1E-7884-EF83-0B16-0F2951DA9960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4564545" y="5493893"/>
            <a:ext cx="3301564" cy="511200"/>
          </a:xfrm>
        </p:spPr>
        <p:txBody>
          <a:bodyPr lIns="14400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A04F8B60-979B-8E17-BE2F-F946E9D353B6}"/>
              </a:ext>
            </a:extLst>
          </p:cNvPr>
          <p:cNvSpPr/>
          <p:nvPr userDrawn="1"/>
        </p:nvSpPr>
        <p:spPr>
          <a:xfrm>
            <a:off x="4332288" y="5228452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153F73B4-CCA3-19FC-0465-9BAFBFBA7317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8303061" y="5194142"/>
            <a:ext cx="3301564" cy="276999"/>
          </a:xfrm>
        </p:spPr>
        <p:txBody>
          <a:bodyPr wrap="square" lIns="14400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6920206-EE03-3E23-1843-24706AAC7ED2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8303061" y="5493893"/>
            <a:ext cx="3301564" cy="511200"/>
          </a:xfrm>
        </p:spPr>
        <p:txBody>
          <a:bodyPr lIns="14400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3" name="Ellipse">
            <a:extLst>
              <a:ext uri="{FF2B5EF4-FFF2-40B4-BE49-F238E27FC236}">
                <a16:creationId xmlns:a16="http://schemas.microsoft.com/office/drawing/2014/main" id="{C8CB19B3-D429-E19F-56EF-49559928F348}"/>
              </a:ext>
            </a:extLst>
          </p:cNvPr>
          <p:cNvSpPr/>
          <p:nvPr userDrawn="1"/>
        </p:nvSpPr>
        <p:spPr>
          <a:xfrm>
            <a:off x="8070804" y="5228452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CB4ED70-CE61-00DA-E14E-A692D2FBEE9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4825" y="2493795"/>
            <a:ext cx="3301200" cy="2422622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878A4A94-E226-94E8-A336-50A86780938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64545" y="2493795"/>
            <a:ext cx="3301200" cy="2422622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357A91C3-DFD7-D979-D0AF-605A7D4F02C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03061" y="2493795"/>
            <a:ext cx="3301200" cy="2422622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46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 flipV="1">
            <a:off x="533400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80" y="1325295"/>
            <a:ext cx="1100524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9380" y="6192493"/>
            <a:ext cx="11005245" cy="175260"/>
            <a:chOff x="-8378250" y="6004560"/>
            <a:chExt cx="11005245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78250" y="6092190"/>
              <a:ext cx="110052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ubtitle Placeholder 1">
            <a:extLst>
              <a:ext uri="{FF2B5EF4-FFF2-40B4-BE49-F238E27FC236}">
                <a16:creationId xmlns:a16="http://schemas.microsoft.com/office/drawing/2014/main" id="{95A00E30-C2EB-8F75-F9A6-460303B611E6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814825" y="5194142"/>
            <a:ext cx="2358000" cy="276999"/>
          </a:xfrm>
        </p:spPr>
        <p:txBody>
          <a:bodyPr wrap="square" lIns="14400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11AD4015-A6A6-4D80-C144-4C11AD88A35F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5" y="5493893"/>
            <a:ext cx="2358000" cy="511866"/>
          </a:xfrm>
        </p:spPr>
        <p:txBody>
          <a:bodyPr lIns="14400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514009F1-CA6B-1E31-5B8A-FCADC4F60FCF}"/>
              </a:ext>
            </a:extLst>
          </p:cNvPr>
          <p:cNvSpPr/>
          <p:nvPr userDrawn="1"/>
        </p:nvSpPr>
        <p:spPr>
          <a:xfrm>
            <a:off x="582568" y="5228452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FF56B68E-C3F6-267B-0FFE-53B2CA84CA9B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3630050" y="5194142"/>
            <a:ext cx="2358000" cy="276999"/>
          </a:xfrm>
        </p:spPr>
        <p:txBody>
          <a:bodyPr wrap="square" lIns="14400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53FBF1E-7884-EF83-0B16-0F2951DA9960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3630050" y="5493893"/>
            <a:ext cx="2358000" cy="511200"/>
          </a:xfrm>
        </p:spPr>
        <p:txBody>
          <a:bodyPr lIns="14400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A04F8B60-979B-8E17-BE2F-F946E9D353B6}"/>
              </a:ext>
            </a:extLst>
          </p:cNvPr>
          <p:cNvSpPr/>
          <p:nvPr userDrawn="1"/>
        </p:nvSpPr>
        <p:spPr>
          <a:xfrm>
            <a:off x="3397793" y="5228452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153F73B4-CCA3-19FC-0465-9BAFBFBA7317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6438478" y="5194142"/>
            <a:ext cx="2356950" cy="276999"/>
          </a:xfrm>
        </p:spPr>
        <p:txBody>
          <a:bodyPr wrap="square" lIns="14400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6920206-EE03-3E23-1843-24706AAC7ED2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6438478" y="5493893"/>
            <a:ext cx="2356950" cy="511200"/>
          </a:xfrm>
        </p:spPr>
        <p:txBody>
          <a:bodyPr lIns="14400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3" name="Ellipse">
            <a:extLst>
              <a:ext uri="{FF2B5EF4-FFF2-40B4-BE49-F238E27FC236}">
                <a16:creationId xmlns:a16="http://schemas.microsoft.com/office/drawing/2014/main" id="{C8CB19B3-D429-E19F-56EF-49559928F348}"/>
              </a:ext>
            </a:extLst>
          </p:cNvPr>
          <p:cNvSpPr/>
          <p:nvPr userDrawn="1"/>
        </p:nvSpPr>
        <p:spPr>
          <a:xfrm>
            <a:off x="6206221" y="5228452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CB4ED70-CE61-00DA-E14E-A692D2FBEE9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4825" y="2493795"/>
            <a:ext cx="2358000" cy="2422622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878A4A94-E226-94E8-A336-50A86780938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630050" y="2493795"/>
            <a:ext cx="2358000" cy="2422622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357A91C3-DFD7-D979-D0AF-605A7D4F02C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437428" y="2493795"/>
            <a:ext cx="2358000" cy="2422622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Subtitle Placeholder 4">
            <a:extLst>
              <a:ext uri="{FF2B5EF4-FFF2-40B4-BE49-F238E27FC236}">
                <a16:creationId xmlns:a16="http://schemas.microsoft.com/office/drawing/2014/main" id="{AEC0026E-1365-6F3B-1D55-C94ABB7C9E0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9"/>
            </p:custDataLst>
          </p:nvPr>
        </p:nvSpPr>
        <p:spPr>
          <a:xfrm>
            <a:off x="9242315" y="5194142"/>
            <a:ext cx="2356950" cy="276999"/>
          </a:xfrm>
        </p:spPr>
        <p:txBody>
          <a:bodyPr wrap="square" lIns="14400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7DEE0A4-F588-693E-5AAF-DF4C53C108EC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10"/>
            </p:custDataLst>
          </p:nvPr>
        </p:nvSpPr>
        <p:spPr>
          <a:xfrm>
            <a:off x="9242315" y="5493893"/>
            <a:ext cx="2356950" cy="511200"/>
          </a:xfrm>
        </p:spPr>
        <p:txBody>
          <a:bodyPr lIns="14400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4" name="Ellipse">
            <a:extLst>
              <a:ext uri="{FF2B5EF4-FFF2-40B4-BE49-F238E27FC236}">
                <a16:creationId xmlns:a16="http://schemas.microsoft.com/office/drawing/2014/main" id="{D7FB872C-1CFF-A60B-2011-2147FD5A1FB7}"/>
              </a:ext>
            </a:extLst>
          </p:cNvPr>
          <p:cNvSpPr/>
          <p:nvPr userDrawn="1"/>
        </p:nvSpPr>
        <p:spPr>
          <a:xfrm>
            <a:off x="9010058" y="5228452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D0FCBFD9-B522-015E-0653-5FD5FC0844DF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241265" y="2493795"/>
            <a:ext cx="2358000" cy="2422622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9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476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V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 flipV="1">
            <a:off x="533400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80" y="1325295"/>
            <a:ext cx="351700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95A00E30-C2EB-8F75-F9A6-460303B611E6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814824" y="5722085"/>
            <a:ext cx="3301563" cy="276999"/>
          </a:xfrm>
        </p:spPr>
        <p:txBody>
          <a:bodyPr wrap="square" lIns="14400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11AD4015-A6A6-4D80-C144-4C11AD88A35F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4" y="6021836"/>
            <a:ext cx="3301563" cy="262567"/>
          </a:xfrm>
        </p:spPr>
        <p:txBody>
          <a:bodyPr lIns="14400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0" name="Ellipse">
            <a:extLst>
              <a:ext uri="{FF2B5EF4-FFF2-40B4-BE49-F238E27FC236}">
                <a16:creationId xmlns:a16="http://schemas.microsoft.com/office/drawing/2014/main" id="{514009F1-CA6B-1E31-5B8A-FCADC4F60FCF}"/>
              </a:ext>
            </a:extLst>
          </p:cNvPr>
          <p:cNvSpPr/>
          <p:nvPr userDrawn="1"/>
        </p:nvSpPr>
        <p:spPr>
          <a:xfrm>
            <a:off x="582568" y="5756395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FF56B68E-C3F6-267B-0FFE-53B2CA84CA9B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4336098" y="5722085"/>
            <a:ext cx="2268000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353FBF1E-7884-EF83-0B16-0F2951DA9960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4336098" y="6021836"/>
            <a:ext cx="2268000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153F73B4-CCA3-19FC-0465-9BAFBFBA7317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6835358" y="5722085"/>
            <a:ext cx="2268000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06920206-EE03-3E23-1843-24706AAC7ED2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6835358" y="6021836"/>
            <a:ext cx="2268000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CB4ED70-CE61-00DA-E14E-A692D2FBEE9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99380" y="2199190"/>
            <a:ext cx="3505457" cy="3245170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878A4A94-E226-94E8-A336-50A86780938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336098" y="3956942"/>
            <a:ext cx="2268000" cy="1487417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357A91C3-DFD7-D979-D0AF-605A7D4F02C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835358" y="3956942"/>
            <a:ext cx="2268000" cy="1487417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AEC0026E-1365-6F3B-1D55-C94ABB7C9E0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9"/>
            </p:custDataLst>
          </p:nvPr>
        </p:nvSpPr>
        <p:spPr>
          <a:xfrm>
            <a:off x="9335669" y="5722085"/>
            <a:ext cx="2268000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07DEE0A4-F588-693E-5AAF-DF4C53C108EC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10"/>
            </p:custDataLst>
          </p:nvPr>
        </p:nvSpPr>
        <p:spPr>
          <a:xfrm>
            <a:off x="9335669" y="6021836"/>
            <a:ext cx="2268000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D0FCBFD9-B522-015E-0653-5FD5FC0844DF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334619" y="3956942"/>
            <a:ext cx="2268000" cy="1487417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9" name="Subtitle Placeholder">
            <a:extLst>
              <a:ext uri="{FF2B5EF4-FFF2-40B4-BE49-F238E27FC236}">
                <a16:creationId xmlns:a16="http://schemas.microsoft.com/office/drawing/2014/main" id="{F1A719AE-050F-01F3-3C1B-3F78E497FA2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1"/>
            </p:custDataLst>
          </p:nvPr>
        </p:nvSpPr>
        <p:spPr>
          <a:xfrm>
            <a:off x="4351338" y="3079008"/>
            <a:ext cx="2268000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BF663881-202B-BF78-625B-4AA986C61521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12"/>
            </p:custDataLst>
          </p:nvPr>
        </p:nvSpPr>
        <p:spPr>
          <a:xfrm>
            <a:off x="4351338" y="3378759"/>
            <a:ext cx="2268000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1" name="Subtitle Placeholder">
            <a:extLst>
              <a:ext uri="{FF2B5EF4-FFF2-40B4-BE49-F238E27FC236}">
                <a16:creationId xmlns:a16="http://schemas.microsoft.com/office/drawing/2014/main" id="{E731D626-F8E0-4F18-D6D7-D55441A8F24E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13"/>
            </p:custDataLst>
          </p:nvPr>
        </p:nvSpPr>
        <p:spPr>
          <a:xfrm>
            <a:off x="6850598" y="3079008"/>
            <a:ext cx="2268000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2" name="Text Placeholder">
            <a:extLst>
              <a:ext uri="{FF2B5EF4-FFF2-40B4-BE49-F238E27FC236}">
                <a16:creationId xmlns:a16="http://schemas.microsoft.com/office/drawing/2014/main" id="{E11A4060-6E73-77D0-7C57-0DF97F8074B5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4"/>
            </p:custDataLst>
          </p:nvPr>
        </p:nvSpPr>
        <p:spPr>
          <a:xfrm>
            <a:off x="6850598" y="3378759"/>
            <a:ext cx="2268000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B6EAE5C0-90E2-825B-26B7-B5B66288250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351338" y="1313865"/>
            <a:ext cx="2268000" cy="1487417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3C00A760-EDC6-EEBD-D5AA-81E49FEA0E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850598" y="1313865"/>
            <a:ext cx="2268000" cy="1487417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5" name="Subtitle Placeholder">
            <a:extLst>
              <a:ext uri="{FF2B5EF4-FFF2-40B4-BE49-F238E27FC236}">
                <a16:creationId xmlns:a16="http://schemas.microsoft.com/office/drawing/2014/main" id="{22CB341B-F2DA-F3E8-DB9F-4080B3210421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5"/>
            </p:custDataLst>
          </p:nvPr>
        </p:nvSpPr>
        <p:spPr>
          <a:xfrm>
            <a:off x="9350909" y="3079008"/>
            <a:ext cx="2268000" cy="276999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46" name="Text Placeholder">
            <a:extLst>
              <a:ext uri="{FF2B5EF4-FFF2-40B4-BE49-F238E27FC236}">
                <a16:creationId xmlns:a16="http://schemas.microsoft.com/office/drawing/2014/main" id="{B380956B-FEC9-C1F4-7B72-F894FECD8112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6"/>
            </p:custDataLst>
          </p:nvPr>
        </p:nvSpPr>
        <p:spPr>
          <a:xfrm>
            <a:off x="9350909" y="3378759"/>
            <a:ext cx="2268000" cy="262567"/>
          </a:xfrm>
        </p:spPr>
        <p:txBody>
          <a:bodyPr lIns="0" tIns="3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7" name="Picture Placeholder 3">
            <a:extLst>
              <a:ext uri="{FF2B5EF4-FFF2-40B4-BE49-F238E27FC236}">
                <a16:creationId xmlns:a16="http://schemas.microsoft.com/office/drawing/2014/main" id="{24641AA4-8237-F965-26CD-D1E19E5F864D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349859" y="1313865"/>
            <a:ext cx="2268000" cy="1487417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8" name="Arc 47">
            <a:extLst>
              <a:ext uri="{FF2B5EF4-FFF2-40B4-BE49-F238E27FC236}">
                <a16:creationId xmlns:a16="http://schemas.microsoft.com/office/drawing/2014/main" id="{FF8FE979-ABAB-5DE9-570E-B33C864957F7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2799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C768427-780E-7D3C-C280-31A4EC9977A7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80" y="1325295"/>
            <a:ext cx="1100524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9380" y="6192493"/>
            <a:ext cx="11005245" cy="175260"/>
            <a:chOff x="-8378250" y="6004560"/>
            <a:chExt cx="11005245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78250" y="6092190"/>
              <a:ext cx="110052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BEF302-616E-A254-3770-30269CAFA0F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99334" y="2186172"/>
            <a:ext cx="11005245" cy="3865303"/>
          </a:xfrm>
        </p:spPr>
        <p:txBody>
          <a:bodyPr>
            <a:normAutofit/>
          </a:bodyPr>
          <a:lstStyle>
            <a:lvl1pPr>
              <a:defRPr sz="13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711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1V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0CC203-7BE5-8A9B-0B35-F8A22FAD0E31}"/>
              </a:ext>
            </a:extLst>
          </p:cNvPr>
          <p:cNvSpPr/>
          <p:nvPr userDrawn="1"/>
        </p:nvSpPr>
        <p:spPr>
          <a:xfrm rot="10800000">
            <a:off x="0" y="1"/>
            <a:ext cx="6858000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Placeholder">
            <a:extLst>
              <a:ext uri="{FF2B5EF4-FFF2-40B4-BE49-F238E27FC236}">
                <a16:creationId xmlns:a16="http://schemas.microsoft.com/office/drawing/2014/main" id="{FEA11777-A048-C30E-BAEA-C9EB0D97B5F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7375" y="1317269"/>
            <a:ext cx="3744913" cy="376718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E4098D1F-1542-C81A-9B66-4E30251DF06A}"/>
              </a:ext>
            </a:extLst>
          </p:cNvPr>
          <p:cNvSpPr/>
          <p:nvPr userDrawn="1"/>
        </p:nvSpPr>
        <p:spPr>
          <a:xfrm rot="5400000">
            <a:off x="10673939" y="5339939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2A78FD94-6223-78B1-FFFD-37F8845F07B5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3"/>
            </p:custDataLst>
          </p:nvPr>
        </p:nvSpPr>
        <p:spPr>
          <a:xfrm>
            <a:off x="7641410" y="1379437"/>
            <a:ext cx="3963215" cy="830997"/>
          </a:xfrm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dirty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7" name="Ellipse">
            <a:extLst>
              <a:ext uri="{FF2B5EF4-FFF2-40B4-BE49-F238E27FC236}">
                <a16:creationId xmlns:a16="http://schemas.microsoft.com/office/drawing/2014/main" id="{BE0CDDD6-EB84-AF96-2D8B-D5F89CEA2732}"/>
              </a:ext>
            </a:extLst>
          </p:cNvPr>
          <p:cNvSpPr/>
          <p:nvPr userDrawn="1"/>
        </p:nvSpPr>
        <p:spPr>
          <a:xfrm>
            <a:off x="6455950" y="1308936"/>
            <a:ext cx="972000" cy="972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80" descr="Question Mark outline">
            <a:extLst>
              <a:ext uri="{FF2B5EF4-FFF2-40B4-BE49-F238E27FC236}">
                <a16:creationId xmlns:a16="http://schemas.microsoft.com/office/drawing/2014/main" id="{FD965225-AC8F-B685-D6F5-8AFF4F24FC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707950" y="1560936"/>
            <a:ext cx="468000" cy="468000"/>
          </a:xfrm>
          <a:prstGeom prst="rect">
            <a:avLst/>
          </a:prstGeom>
        </p:spPr>
      </p:pic>
      <p:sp>
        <p:nvSpPr>
          <p:cNvPr id="11" name="Text Placeholder">
            <a:extLst>
              <a:ext uri="{FF2B5EF4-FFF2-40B4-BE49-F238E27FC236}">
                <a16:creationId xmlns:a16="http://schemas.microsoft.com/office/drawing/2014/main" id="{EFBDF084-1BE8-2FE4-AFCF-F6FC2A17F105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7641410" y="2470266"/>
            <a:ext cx="3963215" cy="2727528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893019-E276-43F3-45B0-3369D2CC79F7}"/>
              </a:ext>
            </a:extLst>
          </p:cNvPr>
          <p:cNvCxnSpPr>
            <a:cxnSpLocks/>
          </p:cNvCxnSpPr>
          <p:nvPr userDrawn="1"/>
        </p:nvCxnSpPr>
        <p:spPr>
          <a:xfrm>
            <a:off x="6101953" y="0"/>
            <a:ext cx="0" cy="6858000"/>
          </a:xfrm>
          <a:prstGeom prst="line">
            <a:avLst/>
          </a:prstGeom>
          <a:ln w="12700" cap="sq">
            <a:solidFill>
              <a:schemeClr val="tx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EB0C414-37FC-053D-BC8F-D023D5D4232A}"/>
              </a:ext>
            </a:extLst>
          </p:cNvPr>
          <p:cNvGrpSpPr/>
          <p:nvPr userDrawn="1"/>
        </p:nvGrpSpPr>
        <p:grpSpPr>
          <a:xfrm>
            <a:off x="587375" y="6192493"/>
            <a:ext cx="5124666" cy="175260"/>
            <a:chOff x="-2497671" y="6004560"/>
            <a:chExt cx="5124666" cy="17526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9443E70-89CB-C17B-2E38-682F8A3A628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4D5F71B-F693-BE36-E5C5-776F428D1FF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07DD284A-5F2D-261B-1515-8F1D9F24BD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BFAA24D-80A0-8BC5-A3F7-5994EE4E408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2497671" y="6092190"/>
              <a:ext cx="512466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441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s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AF876823-7A8C-5760-3CCC-CF0D67BC318A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80" y="1325295"/>
            <a:ext cx="1100524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9380" y="6192493"/>
            <a:ext cx="11005245" cy="175260"/>
            <a:chOff x="-8378250" y="6004560"/>
            <a:chExt cx="11005245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78250" y="6092190"/>
              <a:ext cx="110052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019E8074-3AB4-8C7E-0A89-E4ECC9AF605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4576" y="4070616"/>
            <a:ext cx="3521814" cy="554400"/>
          </a:xfrm>
        </p:spPr>
        <p:txBody>
          <a:bodyPr wrap="square" lIns="0" tIns="0" rIns="216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D6F4642-6084-8273-A887-C26E67C9F876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594575" y="4651793"/>
            <a:ext cx="3521813" cy="1386000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4" name="Subtitle Placeholder 2">
            <a:extLst>
              <a:ext uri="{FF2B5EF4-FFF2-40B4-BE49-F238E27FC236}">
                <a16:creationId xmlns:a16="http://schemas.microsoft.com/office/drawing/2014/main" id="{591D76C5-270B-A6EF-B4B7-0598CCD3B82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4332109" y="4070616"/>
            <a:ext cx="3521814" cy="554400"/>
          </a:xfrm>
        </p:spPr>
        <p:txBody>
          <a:bodyPr wrap="square" lIns="216000" tIns="0" rIns="216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3BEC0FA-9D20-C261-BA53-4BB54D546419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4332109" y="4651793"/>
            <a:ext cx="3521813" cy="138600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9" name="Subtitle Placeholder 3">
            <a:extLst>
              <a:ext uri="{FF2B5EF4-FFF2-40B4-BE49-F238E27FC236}">
                <a16:creationId xmlns:a16="http://schemas.microsoft.com/office/drawing/2014/main" id="{3459283A-BBC7-C08A-DA01-813BECED4543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8082813" y="4070616"/>
            <a:ext cx="3521814" cy="554400"/>
          </a:xfrm>
        </p:spPr>
        <p:txBody>
          <a:bodyPr wrap="square" lIns="216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880295A1-5DA7-C8FB-91CD-C2A48AF47B0E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8"/>
            </p:custDataLst>
          </p:nvPr>
        </p:nvSpPr>
        <p:spPr>
          <a:xfrm>
            <a:off x="8082812" y="4651793"/>
            <a:ext cx="3521813" cy="13860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2" name="Ellipse">
            <a:extLst>
              <a:ext uri="{FF2B5EF4-FFF2-40B4-BE49-F238E27FC236}">
                <a16:creationId xmlns:a16="http://schemas.microsoft.com/office/drawing/2014/main" id="{BB876246-2020-E338-A007-E0FFF0EC2DA9}"/>
              </a:ext>
            </a:extLst>
          </p:cNvPr>
          <p:cNvSpPr/>
          <p:nvPr userDrawn="1"/>
        </p:nvSpPr>
        <p:spPr>
          <a:xfrm>
            <a:off x="594573" y="2415509"/>
            <a:ext cx="3524400" cy="140266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49A5A314-77C6-573E-A2D0-56662DB2D59F}"/>
              </a:ext>
            </a:extLst>
          </p:cNvPr>
          <p:cNvSpPr/>
          <p:nvPr userDrawn="1"/>
        </p:nvSpPr>
        <p:spPr>
          <a:xfrm>
            <a:off x="4332287" y="2415509"/>
            <a:ext cx="3524400" cy="140266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Ellipse">
            <a:extLst>
              <a:ext uri="{FF2B5EF4-FFF2-40B4-BE49-F238E27FC236}">
                <a16:creationId xmlns:a16="http://schemas.microsoft.com/office/drawing/2014/main" id="{1DC3D3C9-016E-E23F-7323-415F802E553C}"/>
              </a:ext>
            </a:extLst>
          </p:cNvPr>
          <p:cNvSpPr/>
          <p:nvPr userDrawn="1"/>
        </p:nvSpPr>
        <p:spPr>
          <a:xfrm>
            <a:off x="8082811" y="2415509"/>
            <a:ext cx="3524400" cy="140266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Large Number Placeholder">
            <a:extLst>
              <a:ext uri="{FF2B5EF4-FFF2-40B4-BE49-F238E27FC236}">
                <a16:creationId xmlns:a16="http://schemas.microsoft.com/office/drawing/2014/main" id="{86817810-5236-B96E-5FB2-E41ABE09BD30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9"/>
            </p:custDataLst>
          </p:nvPr>
        </p:nvSpPr>
        <p:spPr>
          <a:xfrm>
            <a:off x="587375" y="2732120"/>
            <a:ext cx="3524400" cy="769441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sp>
        <p:nvSpPr>
          <p:cNvPr id="36" name="Medium Number Placeholder">
            <a:extLst>
              <a:ext uri="{FF2B5EF4-FFF2-40B4-BE49-F238E27FC236}">
                <a16:creationId xmlns:a16="http://schemas.microsoft.com/office/drawing/2014/main" id="{C97DF59E-662C-D20E-8C7A-5FD626AC30EF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10"/>
            </p:custDataLst>
          </p:nvPr>
        </p:nvSpPr>
        <p:spPr>
          <a:xfrm>
            <a:off x="4334975" y="2809064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sp>
        <p:nvSpPr>
          <p:cNvPr id="37" name="Small Number Placeholder">
            <a:extLst>
              <a:ext uri="{FF2B5EF4-FFF2-40B4-BE49-F238E27FC236}">
                <a16:creationId xmlns:a16="http://schemas.microsoft.com/office/drawing/2014/main" id="{98D185EB-B325-90A6-999A-313B32E803E5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1"/>
            </p:custDataLst>
          </p:nvPr>
        </p:nvSpPr>
        <p:spPr>
          <a:xfrm>
            <a:off x="8082575" y="2886008"/>
            <a:ext cx="3524400" cy="461665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488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s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37874A01-47F2-E8FB-DFB2-56E53C22A99E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64B3DDA7-98DD-5434-0715-8EB506E97AB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2"/>
            </p:custDataLst>
          </p:nvPr>
        </p:nvSpPr>
        <p:spPr>
          <a:xfrm>
            <a:off x="6436460" y="2684383"/>
            <a:ext cx="5156327" cy="73230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9" name="Subtitle Placeholder 1">
            <a:extLst>
              <a:ext uri="{FF2B5EF4-FFF2-40B4-BE49-F238E27FC236}">
                <a16:creationId xmlns:a16="http://schemas.microsoft.com/office/drawing/2014/main" id="{F9B98816-4930-8E24-3662-F220893B95A3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6436460" y="2237500"/>
            <a:ext cx="5156160" cy="416831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0BB3414-B1A4-8D94-48F5-C2067E053D8B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4"/>
            </p:custDataLst>
          </p:nvPr>
        </p:nvSpPr>
        <p:spPr>
          <a:xfrm>
            <a:off x="6436460" y="4114442"/>
            <a:ext cx="5156160" cy="730800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1" name="Subtitle Placeholder 2">
            <a:extLst>
              <a:ext uri="{FF2B5EF4-FFF2-40B4-BE49-F238E27FC236}">
                <a16:creationId xmlns:a16="http://schemas.microsoft.com/office/drawing/2014/main" id="{F76B56BB-CB7F-BB1A-B934-DCA30E41AFD6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436460" y="3667545"/>
            <a:ext cx="5156160" cy="416831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08A77C2-2D62-3A62-39C6-6E59935A52CD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6436460" y="5543000"/>
            <a:ext cx="5156160" cy="730800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Subtitle Placeholder 3">
            <a:extLst>
              <a:ext uri="{FF2B5EF4-FFF2-40B4-BE49-F238E27FC236}">
                <a16:creationId xmlns:a16="http://schemas.microsoft.com/office/drawing/2014/main" id="{15DC230E-C0CD-CB85-AD97-964E6E9F0BDF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6436460" y="5096103"/>
            <a:ext cx="5156160" cy="416831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styles,</a:t>
            </a:r>
            <a:endParaRPr lang="ru-RU" dirty="0"/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2E724A0C-75F1-015C-F9A9-299224F3F3E3}"/>
              </a:ext>
            </a:extLst>
          </p:cNvPr>
          <p:cNvSpPr/>
          <p:nvPr userDrawn="1"/>
        </p:nvSpPr>
        <p:spPr>
          <a:xfrm>
            <a:off x="599379" y="2237500"/>
            <a:ext cx="5156159" cy="403389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13">
            <a:extLst>
              <a:ext uri="{FF2B5EF4-FFF2-40B4-BE49-F238E27FC236}">
                <a16:creationId xmlns:a16="http://schemas.microsoft.com/office/drawing/2014/main" id="{4E8633E2-DFA0-9E2C-D35F-2661798E1A71}"/>
              </a:ext>
            </a:extLst>
          </p:cNvPr>
          <p:cNvSpPr/>
          <p:nvPr userDrawn="1"/>
        </p:nvSpPr>
        <p:spPr>
          <a:xfrm>
            <a:off x="1460398" y="3584728"/>
            <a:ext cx="3434121" cy="268666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15">
            <a:extLst>
              <a:ext uri="{FF2B5EF4-FFF2-40B4-BE49-F238E27FC236}">
                <a16:creationId xmlns:a16="http://schemas.microsoft.com/office/drawing/2014/main" id="{00E97C9E-26C5-BE15-D4E0-566875736F0C}"/>
              </a:ext>
            </a:extLst>
          </p:cNvPr>
          <p:cNvSpPr/>
          <p:nvPr userDrawn="1"/>
        </p:nvSpPr>
        <p:spPr>
          <a:xfrm>
            <a:off x="2032751" y="4480284"/>
            <a:ext cx="2289414" cy="179111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itle Placeholder">
            <a:extLst>
              <a:ext uri="{FF2B5EF4-FFF2-40B4-BE49-F238E27FC236}">
                <a16:creationId xmlns:a16="http://schemas.microsoft.com/office/drawing/2014/main" id="{15007F2C-7AFC-24DF-0A0B-7E83C923EEA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99380" y="1325295"/>
            <a:ext cx="1100524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9" name="Ellipse">
            <a:extLst>
              <a:ext uri="{FF2B5EF4-FFF2-40B4-BE49-F238E27FC236}">
                <a16:creationId xmlns:a16="http://schemas.microsoft.com/office/drawing/2014/main" id="{1F4C9A23-A0E6-7820-F5D1-F69AE3530BE3}"/>
              </a:ext>
            </a:extLst>
          </p:cNvPr>
          <p:cNvSpPr/>
          <p:nvPr userDrawn="1"/>
        </p:nvSpPr>
        <p:spPr>
          <a:xfrm>
            <a:off x="6203950" y="5196518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Ellipse">
            <a:extLst>
              <a:ext uri="{FF2B5EF4-FFF2-40B4-BE49-F238E27FC236}">
                <a16:creationId xmlns:a16="http://schemas.microsoft.com/office/drawing/2014/main" id="{D44B85A3-EB87-AFEF-FD6F-C738C9D2779D}"/>
              </a:ext>
            </a:extLst>
          </p:cNvPr>
          <p:cNvSpPr/>
          <p:nvPr userDrawn="1"/>
        </p:nvSpPr>
        <p:spPr>
          <a:xfrm>
            <a:off x="6203950" y="3767960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Ellipse">
            <a:extLst>
              <a:ext uri="{FF2B5EF4-FFF2-40B4-BE49-F238E27FC236}">
                <a16:creationId xmlns:a16="http://schemas.microsoft.com/office/drawing/2014/main" id="{0D2FD9AA-C54B-1B65-F581-83FCD2FE5B71}"/>
              </a:ext>
            </a:extLst>
          </p:cNvPr>
          <p:cNvSpPr/>
          <p:nvPr userDrawn="1"/>
        </p:nvSpPr>
        <p:spPr>
          <a:xfrm>
            <a:off x="6203950" y="2337915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Large Number Placeholder">
            <a:extLst>
              <a:ext uri="{FF2B5EF4-FFF2-40B4-BE49-F238E27FC236}">
                <a16:creationId xmlns:a16="http://schemas.microsoft.com/office/drawing/2014/main" id="{8125633F-ECF8-82E3-D5B2-EF6AB651D129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9"/>
            </p:custDataLst>
          </p:nvPr>
        </p:nvSpPr>
        <p:spPr>
          <a:xfrm>
            <a:off x="1900589" y="2575875"/>
            <a:ext cx="2553738" cy="769441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sp>
        <p:nvSpPr>
          <p:cNvPr id="53" name="Medium Number Placeholder">
            <a:extLst>
              <a:ext uri="{FF2B5EF4-FFF2-40B4-BE49-F238E27FC236}">
                <a16:creationId xmlns:a16="http://schemas.microsoft.com/office/drawing/2014/main" id="{A299981D-F90D-61AB-A4A6-74D33B3D0045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10"/>
            </p:custDataLst>
          </p:nvPr>
        </p:nvSpPr>
        <p:spPr>
          <a:xfrm>
            <a:off x="2050658" y="3805189"/>
            <a:ext cx="2253600" cy="615553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sp>
        <p:nvSpPr>
          <p:cNvPr id="54" name="Small Number Placeholder">
            <a:extLst>
              <a:ext uri="{FF2B5EF4-FFF2-40B4-BE49-F238E27FC236}">
                <a16:creationId xmlns:a16="http://schemas.microsoft.com/office/drawing/2014/main" id="{B1FDEC51-49C4-D90A-9535-9706E60AD6DB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1"/>
            </p:custDataLst>
          </p:nvPr>
        </p:nvSpPr>
        <p:spPr>
          <a:xfrm>
            <a:off x="2050658" y="5141924"/>
            <a:ext cx="22536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XX</a:t>
            </a:r>
            <a:endParaRPr lang="en-US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7325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V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D0F35D-25C0-EBE7-2E28-058CEC62EC17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A608E7-39FF-5035-1797-88798B73CFA4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587374" y="4715855"/>
            <a:ext cx="3529014" cy="1287134"/>
          </a:xfrm>
        </p:spPr>
        <p:txBody>
          <a:bodyPr lIns="216000" tIns="0" rIns="216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4331197" y="4714189"/>
            <a:ext cx="3528000" cy="1288800"/>
          </a:xfrm>
        </p:spPr>
        <p:txBody>
          <a:bodyPr lIns="216000" tIns="0" rIns="216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5"/>
            </p:custDataLst>
          </p:nvPr>
        </p:nvSpPr>
        <p:spPr>
          <a:xfrm>
            <a:off x="8076626" y="4714189"/>
            <a:ext cx="3528000" cy="1288800"/>
          </a:xfrm>
        </p:spPr>
        <p:txBody>
          <a:bodyPr lIns="216000" tIns="0" rIns="216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4" name="Ellipse">
            <a:extLst>
              <a:ext uri="{FF2B5EF4-FFF2-40B4-BE49-F238E27FC236}">
                <a16:creationId xmlns:a16="http://schemas.microsoft.com/office/drawing/2014/main" id="{0C648F5D-DEF0-20F0-52EC-3D99F7F0B943}"/>
              </a:ext>
            </a:extLst>
          </p:cNvPr>
          <p:cNvSpPr/>
          <p:nvPr userDrawn="1"/>
        </p:nvSpPr>
        <p:spPr>
          <a:xfrm>
            <a:off x="8076626" y="3278454"/>
            <a:ext cx="3528000" cy="121025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8E4F6A4B-F82B-B9B8-09C7-12E7D8D0EE02}"/>
              </a:ext>
            </a:extLst>
          </p:cNvPr>
          <p:cNvSpPr/>
          <p:nvPr userDrawn="1"/>
        </p:nvSpPr>
        <p:spPr>
          <a:xfrm>
            <a:off x="4352768" y="3278454"/>
            <a:ext cx="3528000" cy="121025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8293DE6A-44B6-9556-EC12-1336ED5F3981}"/>
              </a:ext>
            </a:extLst>
          </p:cNvPr>
          <p:cNvSpPr/>
          <p:nvPr userDrawn="1"/>
        </p:nvSpPr>
        <p:spPr>
          <a:xfrm>
            <a:off x="591648" y="3278454"/>
            <a:ext cx="3528000" cy="121025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Subtitle Placeholder 1">
            <a:extLst>
              <a:ext uri="{FF2B5EF4-FFF2-40B4-BE49-F238E27FC236}">
                <a16:creationId xmlns:a16="http://schemas.microsoft.com/office/drawing/2014/main" id="{353CEC8B-02BC-C3F6-2E86-D4FBB551132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6"/>
            </p:custDataLst>
          </p:nvPr>
        </p:nvSpPr>
        <p:spPr>
          <a:xfrm>
            <a:off x="591649" y="3445788"/>
            <a:ext cx="3528000" cy="875588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30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Subtitle Placeholder 2">
            <a:extLst>
              <a:ext uri="{FF2B5EF4-FFF2-40B4-BE49-F238E27FC236}">
                <a16:creationId xmlns:a16="http://schemas.microsoft.com/office/drawing/2014/main" id="{2F7E81ED-918A-4FBE-5AAD-A39C1858B358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7"/>
            </p:custDataLst>
          </p:nvPr>
        </p:nvSpPr>
        <p:spPr>
          <a:xfrm>
            <a:off x="4352769" y="3446182"/>
            <a:ext cx="3528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30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Subtitle Placeholder 3">
            <a:extLst>
              <a:ext uri="{FF2B5EF4-FFF2-40B4-BE49-F238E27FC236}">
                <a16:creationId xmlns:a16="http://schemas.microsoft.com/office/drawing/2014/main" id="{3384920C-D74D-B088-CA64-EA32144F1C4B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8"/>
            </p:custDataLst>
          </p:nvPr>
        </p:nvSpPr>
        <p:spPr>
          <a:xfrm>
            <a:off x="8076626" y="3446182"/>
            <a:ext cx="3528000" cy="874800"/>
          </a:xfrm>
        </p:spPr>
        <p:txBody>
          <a:bodyPr wrap="square" lIns="108000" tIns="108000" rIns="108000" bIns="108000" anchor="ctr" anchorCtr="0">
            <a:noAutofit/>
          </a:bodyPr>
          <a:lstStyle>
            <a:lvl1pPr marL="0" indent="0" algn="ctr">
              <a:spcBef>
                <a:spcPts val="600"/>
              </a:spcBef>
              <a:buNone/>
              <a:defRPr sz="3000" b="1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E0C79F-887D-D5D5-4325-3D7DBFC850A8}"/>
              </a:ext>
            </a:extLst>
          </p:cNvPr>
          <p:cNvGrpSpPr/>
          <p:nvPr userDrawn="1"/>
        </p:nvGrpSpPr>
        <p:grpSpPr>
          <a:xfrm>
            <a:off x="0" y="6173548"/>
            <a:ext cx="11600351" cy="175260"/>
            <a:chOff x="-8973356" y="6004560"/>
            <a:chExt cx="11600351" cy="17526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1D48D44-6B12-2414-D0B9-57B5439760B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55065D9-FD71-DAD4-ABE7-3C43AC86D8D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EC11630-6CD3-648B-7AAE-707D77C47AE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057767-97EC-55C6-2070-6BDB6235AAE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973356" y="6092190"/>
              <a:ext cx="1160035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9175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ImageColumns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8DE4B48-717F-E6E5-D7E3-401B685DCD91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9FE35-3059-C770-C77C-8641104A4F91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4" y="4666528"/>
            <a:ext cx="5173225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79" y="1325295"/>
            <a:ext cx="1101737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4" y="5220526"/>
            <a:ext cx="5173225" cy="1051978"/>
          </a:xfrm>
        </p:spPr>
        <p:txBody>
          <a:bodyPr lIns="144000" tIns="108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4839337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D48F1-B505-2CE3-13A9-1F3D4D32B1B2}"/>
              </a:ext>
            </a:extLst>
          </p:cNvPr>
          <p:cNvGrpSpPr/>
          <p:nvPr userDrawn="1"/>
        </p:nvGrpSpPr>
        <p:grpSpPr>
          <a:xfrm>
            <a:off x="591185" y="6192493"/>
            <a:ext cx="11017380" cy="175260"/>
            <a:chOff x="-8390385" y="6004560"/>
            <a:chExt cx="11017380" cy="1752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215819-115F-56C6-B870-FA22EB9ED3EA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0484136-4EFC-6A12-075A-A2BBA119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72F014-E9E6-FC3C-085C-800691EB2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2B4A8-CB05-9BB7-DD55-916AEC5453D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90385" y="6092190"/>
              <a:ext cx="110173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6436207" y="4666528"/>
            <a:ext cx="5172358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6436207" y="5220526"/>
            <a:ext cx="5172358" cy="1051200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6203950" y="4839337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8D83585-AD72-E5DF-75E3-17AF933FCFC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14824" y="2191473"/>
            <a:ext cx="5173200" cy="2243818"/>
          </a:xfrm>
          <a:prstGeom prst="roundRect">
            <a:avLst>
              <a:gd name="adj" fmla="val 1096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573C1600-B8DD-4A0A-131F-D5B28A55FD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36207" y="2191473"/>
            <a:ext cx="5173200" cy="2243818"/>
          </a:xfrm>
          <a:prstGeom prst="roundRect">
            <a:avLst>
              <a:gd name="adj" fmla="val 10962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652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ImageColumns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533400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5" y="4666528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79" y="1325295"/>
            <a:ext cx="1100524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5" y="5220526"/>
            <a:ext cx="3301564" cy="1051978"/>
          </a:xfrm>
        </p:spPr>
        <p:txBody>
          <a:bodyPr lIns="144000" tIns="108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4839337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4564545" y="4666528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4564545" y="5220526"/>
            <a:ext cx="3301564" cy="1051978"/>
          </a:xfrm>
        </p:spPr>
        <p:txBody>
          <a:bodyPr lIns="144000" tIns="108000" rIns="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4332288" y="4839337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Subtitle Placeholder 3">
            <a:extLst>
              <a:ext uri="{FF2B5EF4-FFF2-40B4-BE49-F238E27FC236}">
                <a16:creationId xmlns:a16="http://schemas.microsoft.com/office/drawing/2014/main" id="{F418AD38-36F3-F5C3-D32C-2805AF81AEDA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8303061" y="4666528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10830F5-B11F-E2C7-D161-6F995EF788F2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8303061" y="5220526"/>
            <a:ext cx="3301564" cy="1051978"/>
          </a:xfrm>
        </p:spPr>
        <p:txBody>
          <a:bodyPr lIns="144000" tIns="108000" rIns="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9889E7B1-AE64-C061-F463-B62E263F9C3D}"/>
              </a:ext>
            </a:extLst>
          </p:cNvPr>
          <p:cNvSpPr/>
          <p:nvPr userDrawn="1"/>
        </p:nvSpPr>
        <p:spPr>
          <a:xfrm>
            <a:off x="8070804" y="4839337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C6943C4E-10B7-803A-1D80-E0385AF5AC2F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Picture Placeholder 7">
            <a:extLst>
              <a:ext uri="{FF2B5EF4-FFF2-40B4-BE49-F238E27FC236}">
                <a16:creationId xmlns:a16="http://schemas.microsoft.com/office/drawing/2014/main" id="{56EBA006-4BF1-2948-A4C1-063939420A2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4824" y="2191473"/>
            <a:ext cx="3301564" cy="2243818"/>
          </a:xfrm>
          <a:prstGeom prst="roundRect">
            <a:avLst>
              <a:gd name="adj" fmla="val 1096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AC0F018A-0624-8A60-61B2-39E3ECD2004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4545" y="2191473"/>
            <a:ext cx="3301200" cy="2243818"/>
          </a:xfrm>
          <a:prstGeom prst="roundRect">
            <a:avLst>
              <a:gd name="adj" fmla="val 1096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41B6AAD3-521C-74A0-F8A4-D3830ACF1A1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303061" y="2191473"/>
            <a:ext cx="3301200" cy="2243818"/>
          </a:xfrm>
          <a:prstGeom prst="roundRect">
            <a:avLst>
              <a:gd name="adj" fmla="val 10962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4032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6" name="Subtitle Placeholder 2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6446165" y="2617415"/>
            <a:ext cx="5158459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1100524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6446165" y="3171413"/>
            <a:ext cx="5158459" cy="1083600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6213909" y="2790224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831636" y="4636202"/>
            <a:ext cx="5158800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831636" y="5190200"/>
            <a:ext cx="5158800" cy="1083168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599379" y="4809011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Subtitle Placeholder 4">
            <a:extLst>
              <a:ext uri="{FF2B5EF4-FFF2-40B4-BE49-F238E27FC236}">
                <a16:creationId xmlns:a16="http://schemas.microsoft.com/office/drawing/2014/main" id="{F418AD38-36F3-F5C3-D32C-2805AF81AEDA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6446166" y="4636202"/>
            <a:ext cx="5158800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10830F5-B11F-E2C7-D161-6F995EF788F2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6446166" y="5190200"/>
            <a:ext cx="5158800" cy="1083600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9889E7B1-AE64-C061-F463-B62E263F9C3D}"/>
              </a:ext>
            </a:extLst>
          </p:cNvPr>
          <p:cNvSpPr/>
          <p:nvPr userDrawn="1"/>
        </p:nvSpPr>
        <p:spPr>
          <a:xfrm>
            <a:off x="6213909" y="4809011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B11320EE-6E1A-69C1-65C7-4B5C2FA7C387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Subtitle Placeholder 1">
            <a:extLst>
              <a:ext uri="{FF2B5EF4-FFF2-40B4-BE49-F238E27FC236}">
                <a16:creationId xmlns:a16="http://schemas.microsoft.com/office/drawing/2014/main" id="{883366F3-D2DE-1B54-EE36-1F372CD9B855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9"/>
            </p:custDataLst>
          </p:nvPr>
        </p:nvSpPr>
        <p:spPr>
          <a:xfrm>
            <a:off x="815379" y="2617415"/>
            <a:ext cx="5158459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FE450836-6410-BB61-0B29-277771CDA970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10"/>
            </p:custDataLst>
          </p:nvPr>
        </p:nvSpPr>
        <p:spPr>
          <a:xfrm>
            <a:off x="815379" y="3171413"/>
            <a:ext cx="5158459" cy="1083600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3" name="Ellipse">
            <a:extLst>
              <a:ext uri="{FF2B5EF4-FFF2-40B4-BE49-F238E27FC236}">
                <a16:creationId xmlns:a16="http://schemas.microsoft.com/office/drawing/2014/main" id="{01250F0E-25A3-1867-3CAA-7AC3CBCFD7A1}"/>
              </a:ext>
            </a:extLst>
          </p:cNvPr>
          <p:cNvSpPr/>
          <p:nvPr userDrawn="1"/>
        </p:nvSpPr>
        <p:spPr>
          <a:xfrm>
            <a:off x="583123" y="2790224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5240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V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BF06C5-C734-0D5C-D7AE-3E785FC18696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D1D2C6-65CC-A183-8535-526E20ABBBF9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814825" y="3429000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7266730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814825" y="3982998"/>
            <a:ext cx="3301564" cy="2329663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C4338F3A-8CB0-905F-5016-4E2B38F744CD}"/>
              </a:ext>
            </a:extLst>
          </p:cNvPr>
          <p:cNvSpPr/>
          <p:nvPr userDrawn="1"/>
        </p:nvSpPr>
        <p:spPr>
          <a:xfrm>
            <a:off x="582568" y="3601809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4564545" y="3429000"/>
            <a:ext cx="3301564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4564545" y="3982998"/>
            <a:ext cx="3301564" cy="2329200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7" name="Ellipse">
            <a:extLst>
              <a:ext uri="{FF2B5EF4-FFF2-40B4-BE49-F238E27FC236}">
                <a16:creationId xmlns:a16="http://schemas.microsoft.com/office/drawing/2014/main" id="{F08048E3-4A73-B7E1-CFC8-DAFDB2C4ECDB}"/>
              </a:ext>
            </a:extLst>
          </p:cNvPr>
          <p:cNvSpPr/>
          <p:nvPr userDrawn="1"/>
        </p:nvSpPr>
        <p:spPr>
          <a:xfrm>
            <a:off x="4332288" y="3601809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Subtitle Placeholder 3">
            <a:extLst>
              <a:ext uri="{FF2B5EF4-FFF2-40B4-BE49-F238E27FC236}">
                <a16:creationId xmlns:a16="http://schemas.microsoft.com/office/drawing/2014/main" id="{F418AD38-36F3-F5C3-D32C-2805AF81AEDA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7"/>
            </p:custDataLst>
          </p:nvPr>
        </p:nvSpPr>
        <p:spPr>
          <a:xfrm>
            <a:off x="8527189" y="1325295"/>
            <a:ext cx="3082241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10830F5-B11F-E2C7-D161-6F995EF788F2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8"/>
            </p:custDataLst>
          </p:nvPr>
        </p:nvSpPr>
        <p:spPr>
          <a:xfrm>
            <a:off x="8527189" y="1879293"/>
            <a:ext cx="3082241" cy="4324055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Ellipse">
            <a:extLst>
              <a:ext uri="{FF2B5EF4-FFF2-40B4-BE49-F238E27FC236}">
                <a16:creationId xmlns:a16="http://schemas.microsoft.com/office/drawing/2014/main" id="{9889E7B1-AE64-C061-F463-B62E263F9C3D}"/>
              </a:ext>
            </a:extLst>
          </p:cNvPr>
          <p:cNvSpPr/>
          <p:nvPr userDrawn="1"/>
        </p:nvSpPr>
        <p:spPr>
          <a:xfrm>
            <a:off x="8294932" y="1498104"/>
            <a:ext cx="216000" cy="21600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B95B020-3B92-84F1-C185-ED4594FF8992}"/>
              </a:ext>
            </a:extLst>
          </p:cNvPr>
          <p:cNvCxnSpPr>
            <a:cxnSpLocks/>
          </p:cNvCxnSpPr>
          <p:nvPr userDrawn="1"/>
        </p:nvCxnSpPr>
        <p:spPr>
          <a:xfrm>
            <a:off x="8070804" y="0"/>
            <a:ext cx="0" cy="6858000"/>
          </a:xfrm>
          <a:prstGeom prst="line">
            <a:avLst/>
          </a:prstGeom>
          <a:ln w="12700" cap="sq">
            <a:solidFill>
              <a:schemeClr val="tx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F4D435-2594-74BD-BAA3-EC0DF200B276}"/>
              </a:ext>
            </a:extLst>
          </p:cNvPr>
          <p:cNvGrpSpPr/>
          <p:nvPr userDrawn="1"/>
        </p:nvGrpSpPr>
        <p:grpSpPr>
          <a:xfrm>
            <a:off x="8515737" y="496570"/>
            <a:ext cx="3093693" cy="175260"/>
            <a:chOff x="-466698" y="6004560"/>
            <a:chExt cx="3093693" cy="17526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BEDED9C-B551-19A6-AD11-1BA515C3C977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9E7FC55E-8415-9698-DB81-D0D0156C1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1317EFD-6A56-9BCD-94AD-9761E6C58AF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C81A8F-A79A-C9E3-8F32-FAB4A0605D1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466698" y="6092190"/>
              <a:ext cx="309369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3445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After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9FE35-3059-C770-C77C-8641104A4F91}"/>
              </a:ext>
            </a:extLst>
          </p:cNvPr>
          <p:cNvSpPr/>
          <p:nvPr userDrawn="1"/>
        </p:nvSpPr>
        <p:spPr>
          <a:xfrm rot="10800000">
            <a:off x="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599380" y="3566470"/>
            <a:ext cx="5056998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8407516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4"/>
            </p:custDataLst>
          </p:nvPr>
        </p:nvSpPr>
        <p:spPr>
          <a:xfrm>
            <a:off x="599380" y="4120468"/>
            <a:ext cx="5056998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459D622C-9EF9-EB6C-0EAD-C8D722D41786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6553732" y="3566470"/>
            <a:ext cx="5050893" cy="553998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7799EB-636D-6737-A2AF-B6C0293139B2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6553732" y="4120468"/>
            <a:ext cx="5050893" cy="2153332"/>
          </a:xfrm>
        </p:spPr>
        <p:txBody>
          <a:bodyPr lIns="144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D932A243-4312-26BF-D619-14074CDF4715}"/>
              </a:ext>
            </a:extLst>
          </p:cNvPr>
          <p:cNvSpPr/>
          <p:nvPr userDrawn="1"/>
        </p:nvSpPr>
        <p:spPr>
          <a:xfrm>
            <a:off x="5818800" y="3566068"/>
            <a:ext cx="554400" cy="554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064F72D-53C0-06AF-2162-BC6CBDBDE44D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120468"/>
            <a:ext cx="0" cy="2737532"/>
          </a:xfrm>
          <a:prstGeom prst="line">
            <a:avLst/>
          </a:prstGeom>
          <a:ln w="12700" cap="sq">
            <a:solidFill>
              <a:schemeClr val="tx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lowchart: Extract 29">
            <a:extLst>
              <a:ext uri="{FF2B5EF4-FFF2-40B4-BE49-F238E27FC236}">
                <a16:creationId xmlns:a16="http://schemas.microsoft.com/office/drawing/2014/main" id="{786263EF-94E3-B3E4-0486-75CFF5F1DE93}"/>
              </a:ext>
            </a:extLst>
          </p:cNvPr>
          <p:cNvSpPr/>
          <p:nvPr userDrawn="1"/>
        </p:nvSpPr>
        <p:spPr>
          <a:xfrm rot="5400000">
            <a:off x="5977413" y="3754775"/>
            <a:ext cx="304800" cy="178753"/>
          </a:xfrm>
          <a:prstGeom prst="flowChartExtra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2F0C5FF-14E3-103B-7B2F-61B2320AC51F}"/>
              </a:ext>
            </a:extLst>
          </p:cNvPr>
          <p:cNvGrpSpPr/>
          <p:nvPr userDrawn="1"/>
        </p:nvGrpSpPr>
        <p:grpSpPr>
          <a:xfrm>
            <a:off x="9006895" y="496570"/>
            <a:ext cx="2580383" cy="175260"/>
            <a:chOff x="46612" y="6004560"/>
            <a:chExt cx="2580383" cy="17526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97A228F-6DBD-E9B5-7872-25BC54B7213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6F78165D-8409-61F0-9E15-40B03824543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278B9C74-43A6-9946-EF86-08E3B8B47B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3645063-F1D4-F0EF-9ED3-06FC1DA49FE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6612" y="6092190"/>
              <a:ext cx="25803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874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V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0CC203-7BE5-8A9B-0B35-F8A22FAD0E31}"/>
              </a:ext>
            </a:extLst>
          </p:cNvPr>
          <p:cNvSpPr/>
          <p:nvPr userDrawn="1"/>
        </p:nvSpPr>
        <p:spPr>
          <a:xfrm>
            <a:off x="5334000" y="1"/>
            <a:ext cx="6858000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D947D93-C279-A1C1-CE89-CADB4EA46061}"/>
              </a:ext>
            </a:extLst>
          </p:cNvPr>
          <p:cNvGrpSpPr/>
          <p:nvPr userDrawn="1"/>
        </p:nvGrpSpPr>
        <p:grpSpPr>
          <a:xfrm>
            <a:off x="589220" y="6192493"/>
            <a:ext cx="11015405" cy="175260"/>
            <a:chOff x="-8388410" y="6004560"/>
            <a:chExt cx="11015405" cy="1752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46A7BF7-2522-D100-C13A-01CA42C122AC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74C254C5-2247-FF83-8937-912D6681370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D3951E2-9FA0-79B9-2A2E-4A8F1CF87D2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D989E1B-EBD1-260B-511D-B77FFA5607E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8388410" y="6092190"/>
              <a:ext cx="1101540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Graphic 11" descr="Open quotation mark with solid fill">
            <a:extLst>
              <a:ext uri="{FF2B5EF4-FFF2-40B4-BE49-F238E27FC236}">
                <a16:creationId xmlns:a16="http://schemas.microsoft.com/office/drawing/2014/main" id="{331D500F-E8F7-8685-BBEE-5FCAA78228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068" y="1412240"/>
            <a:ext cx="1054644" cy="1054644"/>
          </a:xfrm>
          <a:prstGeom prst="rect">
            <a:avLst/>
          </a:prstGeom>
        </p:spPr>
      </p:pic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FC714F08-00BF-C8D2-F4C4-0A9BB86A769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60101" y="2173272"/>
            <a:ext cx="8871799" cy="251145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7930195-B3F4-F3A5-A800-2164C9666C9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4116388" y="5321734"/>
            <a:ext cx="3959225" cy="724814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pic>
        <p:nvPicPr>
          <p:cNvPr id="17" name="Graphic 16" descr="Open quotation mark with solid fill">
            <a:extLst>
              <a:ext uri="{FF2B5EF4-FFF2-40B4-BE49-F238E27FC236}">
                <a16:creationId xmlns:a16="http://schemas.microsoft.com/office/drawing/2014/main" id="{2033B374-40FB-17EC-444A-4BA7881EBC5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10547420" y="4401277"/>
            <a:ext cx="1054644" cy="1054644"/>
          </a:xfrm>
          <a:prstGeom prst="rect">
            <a:avLst/>
          </a:prstGeom>
        </p:spPr>
      </p:pic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610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768427-780E-7D3C-C280-31A4EC9977A7}"/>
              </a:ext>
            </a:extLst>
          </p:cNvPr>
          <p:cNvSpPr/>
          <p:nvPr userDrawn="1"/>
        </p:nvSpPr>
        <p:spPr>
          <a:xfrm rot="10800000">
            <a:off x="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80" y="1325295"/>
            <a:ext cx="1100524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44D03E-939F-D112-0DC8-612274D5B60C}"/>
              </a:ext>
            </a:extLst>
          </p:cNvPr>
          <p:cNvSpPr/>
          <p:nvPr userDrawn="1"/>
        </p:nvSpPr>
        <p:spPr>
          <a:xfrm>
            <a:off x="599380" y="2167702"/>
            <a:ext cx="11005244" cy="41060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E66A3D-2894-DA77-41B6-51ACB4F71400}"/>
              </a:ext>
            </a:extLst>
          </p:cNvPr>
          <p:cNvSpPr>
            <a:spLocks noGrp="1"/>
          </p:cNvSpPr>
          <p:nvPr>
            <p:ph type="body" sz="quarter" idx="23"/>
            <p:custDataLst>
              <p:tags r:id="rId3"/>
            </p:custDataLst>
          </p:nvPr>
        </p:nvSpPr>
        <p:spPr>
          <a:xfrm>
            <a:off x="599380" y="2167703"/>
            <a:ext cx="11005200" cy="4098316"/>
          </a:xfrm>
        </p:spPr>
        <p:txBody>
          <a:bodyPr lIns="216000" tIns="216000" rIns="216000" bIns="216000" anchor="ctr" anchorCtr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1350">
                <a:solidFill>
                  <a:schemeClr val="tx1"/>
                </a:solidFill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350">
                <a:solidFill>
                  <a:schemeClr val="tx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350">
                <a:solidFill>
                  <a:schemeClr val="tx1"/>
                </a:solidFill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350">
                <a:solidFill>
                  <a:schemeClr val="tx1"/>
                </a:solidFill>
              </a:defRPr>
            </a:lvl4pPr>
            <a:lvl5pPr marL="2057400" indent="-228600">
              <a:buFont typeface="Courier New" panose="02070309020205020404" pitchFamily="49" charset="0"/>
              <a:buChar char="o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31D7CC-C765-519C-7C96-07E17926F52C}"/>
              </a:ext>
            </a:extLst>
          </p:cNvPr>
          <p:cNvGrpSpPr/>
          <p:nvPr userDrawn="1"/>
        </p:nvGrpSpPr>
        <p:grpSpPr>
          <a:xfrm>
            <a:off x="9006895" y="496570"/>
            <a:ext cx="2580383" cy="175260"/>
            <a:chOff x="46612" y="6004560"/>
            <a:chExt cx="2580383" cy="1752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E7EFD48-70E8-E580-04D4-C64A7E87BE0C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D8C5673-7898-DF60-4CDA-A4B27FF716A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80EBCBC-0D9F-629A-46BB-4CF4078C5F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418A247-6469-6743-329F-46C07BF4730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6612" y="6092190"/>
              <a:ext cx="25803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147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5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A37288A-6FA3-6FB2-A38A-FE1EC26DAF06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C8E9DD7D-0852-4C6A-9950-03A714DCC283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7D06A3-6527-B2B7-AEF6-F80E483F764C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6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TextStyles</a:t>
            </a:r>
            <a:br>
              <a:rPr lang="ru-RU"/>
            </a:br>
            <a:endParaRPr lang="ru-RU" dirty="0"/>
          </a:p>
        </p:txBody>
      </p:sp>
      <p:sp>
        <p:nvSpPr>
          <p:cNvPr id="2" name="Text Placeholder">
            <a:extLst>
              <a:ext uri="{FF2B5EF4-FFF2-40B4-BE49-F238E27FC236}">
                <a16:creationId xmlns:a16="http://schemas.microsoft.com/office/drawing/2014/main" id="{286EA54B-7589-FC6D-8D93-5A9162FED8AA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589325" y="3531509"/>
            <a:ext cx="2016000" cy="2727528"/>
          </a:xfrm>
        </p:spPr>
        <p:txBody>
          <a:bodyPr lIns="72000" tIns="108000" rIns="72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C4EB895E-DF9C-F006-EC70-88C9AE8473F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2839150" y="3529843"/>
            <a:ext cx="2016000" cy="2728800"/>
          </a:xfrm>
        </p:spPr>
        <p:txBody>
          <a:bodyPr lIns="72000" tIns="108000" rIns="72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3DEDFF03-DE8B-9F20-0245-6271A7339400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589325" y="2947932"/>
            <a:ext cx="2016000" cy="553998"/>
          </a:xfrm>
        </p:spPr>
        <p:txBody>
          <a:bodyPr wrap="square" lIns="72000" tIns="0" rIns="72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7E1FF189-0787-2621-03B5-C9310E05388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2839150" y="2947932"/>
            <a:ext cx="2016000" cy="554400"/>
          </a:xfrm>
        </p:spPr>
        <p:txBody>
          <a:bodyPr wrap="square" lIns="72000" tIns="0" rIns="72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4462974D-DCD3-B180-4FE7-EE46BF1AD456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7"/>
            </p:custDataLst>
          </p:nvPr>
        </p:nvSpPr>
        <p:spPr>
          <a:xfrm>
            <a:off x="5088975" y="3529843"/>
            <a:ext cx="2016000" cy="2728800"/>
          </a:xfrm>
        </p:spPr>
        <p:txBody>
          <a:bodyPr lIns="72000" tIns="108000" rIns="72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665E2C0F-CD20-B36D-9CC9-2846D8480164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8"/>
            </p:custDataLst>
          </p:nvPr>
        </p:nvSpPr>
        <p:spPr>
          <a:xfrm>
            <a:off x="5088975" y="2947932"/>
            <a:ext cx="2016000" cy="554400"/>
          </a:xfrm>
        </p:spPr>
        <p:txBody>
          <a:bodyPr wrap="square" lIns="72000" tIns="0" rIns="72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E512E20F-AE02-E78E-5312-3B1BD7ADEE1B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9588625" y="3529843"/>
            <a:ext cx="2016000" cy="2728800"/>
          </a:xfrm>
        </p:spPr>
        <p:txBody>
          <a:bodyPr lIns="72000" tIns="108000" rIns="72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E92A1E10-22D8-1511-C4D6-EC70CD191D94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0"/>
            </p:custDataLst>
          </p:nvPr>
        </p:nvSpPr>
        <p:spPr>
          <a:xfrm>
            <a:off x="9588625" y="2947932"/>
            <a:ext cx="2016000" cy="554400"/>
          </a:xfrm>
        </p:spPr>
        <p:txBody>
          <a:bodyPr wrap="square" lIns="72000" tIns="0" rIns="72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30" name="Text Placeholder">
            <a:extLst>
              <a:ext uri="{FF2B5EF4-FFF2-40B4-BE49-F238E27FC236}">
                <a16:creationId xmlns:a16="http://schemas.microsoft.com/office/drawing/2014/main" id="{FFB33D8E-77A4-B670-F216-B2BEFDE26D15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1"/>
            </p:custDataLst>
          </p:nvPr>
        </p:nvSpPr>
        <p:spPr>
          <a:xfrm>
            <a:off x="7338800" y="3529843"/>
            <a:ext cx="2016000" cy="2728800"/>
          </a:xfrm>
        </p:spPr>
        <p:txBody>
          <a:bodyPr lIns="72000" tIns="108000" rIns="72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31" name="Subtitle Placeholder">
            <a:extLst>
              <a:ext uri="{FF2B5EF4-FFF2-40B4-BE49-F238E27FC236}">
                <a16:creationId xmlns:a16="http://schemas.microsoft.com/office/drawing/2014/main" id="{AD24BAF5-3673-BAD1-370C-EEA1F410D7BE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2"/>
            </p:custDataLst>
          </p:nvPr>
        </p:nvSpPr>
        <p:spPr>
          <a:xfrm>
            <a:off x="7338800" y="2947932"/>
            <a:ext cx="2016000" cy="554400"/>
          </a:xfrm>
        </p:spPr>
        <p:txBody>
          <a:bodyPr wrap="square" lIns="72000" tIns="0" rIns="72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539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ImageColumn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 flipV="1">
            <a:off x="533400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80" y="1325295"/>
            <a:ext cx="11005244" cy="23544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29" name="Text Placeholder">
            <a:extLst>
              <a:ext uri="{FF2B5EF4-FFF2-40B4-BE49-F238E27FC236}">
                <a16:creationId xmlns:a16="http://schemas.microsoft.com/office/drawing/2014/main" id="{92B5DA89-26DD-2F5B-9324-F452E9131258}"/>
              </a:ext>
            </a:extLst>
          </p:cNvPr>
          <p:cNvSpPr>
            <a:spLocks noGrp="1"/>
          </p:cNvSpPr>
          <p:nvPr>
            <p:ph type="body" idx="26"/>
            <p:custDataLst>
              <p:tags r:id="rId3"/>
            </p:custDataLst>
          </p:nvPr>
        </p:nvSpPr>
        <p:spPr>
          <a:xfrm>
            <a:off x="588000" y="5858302"/>
            <a:ext cx="11016000" cy="415498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0" name="Picture Placeholder 11">
            <a:extLst>
              <a:ext uri="{FF2B5EF4-FFF2-40B4-BE49-F238E27FC236}">
                <a16:creationId xmlns:a16="http://schemas.microsoft.com/office/drawing/2014/main" id="{A269226B-8B68-1F7A-0255-94B5F18CC53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1668888"/>
            <a:ext cx="11017250" cy="4079720"/>
          </a:xfrm>
          <a:prstGeom prst="roundRect">
            <a:avLst>
              <a:gd name="adj" fmla="val 5227"/>
            </a:avLst>
          </a:prstGeom>
        </p:spPr>
        <p:txBody>
          <a:bodyPr/>
          <a:lstStyle/>
          <a:p>
            <a:endParaRPr lang="ru-R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48342AC-7868-B788-BBAA-BE8CA780F981}"/>
              </a:ext>
            </a:extLst>
          </p:cNvPr>
          <p:cNvGrpSpPr/>
          <p:nvPr userDrawn="1"/>
        </p:nvGrpSpPr>
        <p:grpSpPr>
          <a:xfrm>
            <a:off x="9006895" y="496570"/>
            <a:ext cx="2580383" cy="175260"/>
            <a:chOff x="46612" y="6004560"/>
            <a:chExt cx="2580383" cy="17526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CF8EE8E-0600-8CCD-65D6-A2C1540D8A2F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64B2374E-9391-1871-46B4-37F7B00424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6D981CA-EEF5-7C28-5344-01597255C2A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8DFED20-9318-B0B1-F1FE-1F45A719C3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6612" y="6092190"/>
              <a:ext cx="25803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669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bullet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>
            <a:off x="6203950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9FE35-3059-C770-C77C-8641104A4F91}"/>
              </a:ext>
            </a:extLst>
          </p:cNvPr>
          <p:cNvSpPr/>
          <p:nvPr userDrawn="1"/>
        </p:nvSpPr>
        <p:spPr>
          <a:xfrm rot="10800000">
            <a:off x="1" y="0"/>
            <a:ext cx="598805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80" y="1325295"/>
            <a:ext cx="5398828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D75C4AF1-8446-9DF3-4CD9-6F92FC409DFC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591185" y="3365311"/>
            <a:ext cx="5163067" cy="2908489"/>
          </a:xfrm>
        </p:spPr>
        <p:txBody>
          <a:bodyPr lIns="144000" tIns="0" rIns="0" bIns="0" anchor="ctr" anchorCtr="0">
            <a:spAutoFit/>
          </a:bodyPr>
          <a:lstStyle>
            <a:lvl1pPr marL="0" marR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F68E0913-6D1C-BE00-8A28-8B60802F27F4}"/>
              </a:ext>
            </a:extLst>
          </p:cNvPr>
          <p:cNvSpPr/>
          <p:nvPr userDrawn="1"/>
        </p:nvSpPr>
        <p:spPr>
          <a:xfrm>
            <a:off x="10673939" y="1910939"/>
            <a:ext cx="3036122" cy="3036122"/>
          </a:xfrm>
          <a:prstGeom prst="arc">
            <a:avLst>
              <a:gd name="adj1" fmla="val 5405943"/>
              <a:gd name="adj2" fmla="val 1619508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6E929D5-D6B9-D128-3C6A-449ED3E885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440263" y="584200"/>
            <a:ext cx="5152355" cy="5689600"/>
          </a:xfrm>
          <a:prstGeom prst="roundRect">
            <a:avLst>
              <a:gd name="adj" fmla="val 3332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8FBDAB2-824C-8CC5-79D5-D4AE0DDF4B89}"/>
              </a:ext>
            </a:extLst>
          </p:cNvPr>
          <p:cNvCxnSpPr>
            <a:cxnSpLocks/>
          </p:cNvCxnSpPr>
          <p:nvPr userDrawn="1"/>
        </p:nvCxnSpPr>
        <p:spPr>
          <a:xfrm>
            <a:off x="6203950" y="0"/>
            <a:ext cx="0" cy="6858000"/>
          </a:xfrm>
          <a:prstGeom prst="line">
            <a:avLst/>
          </a:prstGeom>
          <a:ln w="12700" cap="sq">
            <a:solidFill>
              <a:schemeClr val="tx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6902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creen-char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 flipV="1">
            <a:off x="533400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 Placeholder">
            <a:extLst>
              <a:ext uri="{FF2B5EF4-FFF2-40B4-BE49-F238E27FC236}">
                <a16:creationId xmlns:a16="http://schemas.microsoft.com/office/drawing/2014/main" id="{92B5DA89-26DD-2F5B-9324-F452E9131258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>
          <a:xfrm>
            <a:off x="588000" y="5650552"/>
            <a:ext cx="11016000" cy="623248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018B7-0FD2-A79F-D337-D9E6432FC3D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9380" y="1325295"/>
            <a:ext cx="1100524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4" name="Chart Placeholder 7">
            <a:extLst>
              <a:ext uri="{FF2B5EF4-FFF2-40B4-BE49-F238E27FC236}">
                <a16:creationId xmlns:a16="http://schemas.microsoft.com/office/drawing/2014/main" id="{2C557B97-8459-0CD8-1D1E-280C84327A09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588000" y="2116756"/>
            <a:ext cx="11016000" cy="3380345"/>
          </a:xfrm>
        </p:spPr>
        <p:txBody>
          <a:bodyPr/>
          <a:lstStyle/>
          <a:p>
            <a:endParaRPr lang="ru-RU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58B623E-3AD9-1D31-1461-CB9594B5FBAD}"/>
              </a:ext>
            </a:extLst>
          </p:cNvPr>
          <p:cNvGrpSpPr/>
          <p:nvPr userDrawn="1"/>
        </p:nvGrpSpPr>
        <p:grpSpPr>
          <a:xfrm>
            <a:off x="9006895" y="496570"/>
            <a:ext cx="2580383" cy="175260"/>
            <a:chOff x="46612" y="6004560"/>
            <a:chExt cx="2580383" cy="1752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9F19576-61E1-DE16-8484-5F6B5220C9D6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1CF9C83-0900-0E18-142A-D6DBBC688CB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1AE3A22-ECEA-90BA-C43C-3AA3C4CF87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7">
              <a:extLst>
                <a:ext uri="{FF2B5EF4-FFF2-40B4-BE49-F238E27FC236}">
                  <a16:creationId xmlns:a16="http://schemas.microsoft.com/office/drawing/2014/main" id="{A48FEBE3-0D6A-1056-A50D-F9A4089FDC3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6612" y="6092190"/>
              <a:ext cx="25803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66334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3018B7-0FD2-A79F-D337-D9E6432FC3D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80" y="1325295"/>
            <a:ext cx="5388670" cy="3139321"/>
          </a:xfrm>
          <a:prstGeom prst="rect">
            <a:avLst/>
          </a:prstGeom>
        </p:spPr>
        <p:txBody>
          <a:bodyPr vert="horz" wrap="square" lIns="0" tIns="0" rIns="21600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ru-RU" dirty="0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72BEBC37-721B-97FE-518E-86E2568A7983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6429553" y="1287820"/>
            <a:ext cx="5163067" cy="4985980"/>
          </a:xfrm>
        </p:spPr>
        <p:txBody>
          <a:bodyPr lIns="144000" tIns="0" rIns="0" bIns="0" anchor="b" anchorCtr="0">
            <a:noAutofit/>
          </a:bodyPr>
          <a:lstStyle>
            <a:lvl1pPr marL="0" marR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  <a:p>
            <a:pPr marL="0" marR="0" lvl="0" indent="271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65AB182-88D0-89C1-707D-C6034DD8509A}"/>
              </a:ext>
            </a:extLst>
          </p:cNvPr>
          <p:cNvGrpSpPr/>
          <p:nvPr userDrawn="1"/>
        </p:nvGrpSpPr>
        <p:grpSpPr>
          <a:xfrm>
            <a:off x="587375" y="6192493"/>
            <a:ext cx="5124666" cy="175260"/>
            <a:chOff x="-2497671" y="6004560"/>
            <a:chExt cx="5124666" cy="1752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7F58895-CC00-8A05-D58F-840F5254E29D}"/>
                </a:ext>
              </a:extLst>
            </p:cNvPr>
            <p:cNvGrpSpPr/>
            <p:nvPr userDrawn="1"/>
          </p:nvGrpSpPr>
          <p:grpSpPr>
            <a:xfrm>
              <a:off x="2549924" y="6004560"/>
              <a:ext cx="77071" cy="175260"/>
              <a:chOff x="2549924" y="6004560"/>
              <a:chExt cx="77071" cy="17526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8D301CD-5C5C-CCF7-72B4-5A4C4C21589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49924" y="600456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9D1AA9-993B-32BD-2D70-A7D362093A1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549924" y="6088380"/>
                <a:ext cx="77071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" name="Straight Connector 7">
              <a:extLst>
                <a:ext uri="{FF2B5EF4-FFF2-40B4-BE49-F238E27FC236}">
                  <a16:creationId xmlns:a16="http://schemas.microsoft.com/office/drawing/2014/main" id="{57CA07D6-7FE4-D0D4-773B-4F7116860BC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2497671" y="6092190"/>
              <a:ext cx="512466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151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B2AE19C-39A8-7D5F-80D6-57CBDD7747DD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2" name="Subtitle Placeholder 1">
            <a:extLst>
              <a:ext uri="{FF2B5EF4-FFF2-40B4-BE49-F238E27FC236}">
                <a16:creationId xmlns:a16="http://schemas.microsoft.com/office/drawing/2014/main" id="{3386BAA0-2DAB-8100-0E97-51A18E9C0EC3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599378" y="2459661"/>
            <a:ext cx="5388671" cy="3816429"/>
          </a:xfrm>
        </p:spPr>
        <p:txBody>
          <a:bodyPr wrap="square" lIns="0" tIns="0" rIns="144000" bIns="0" anchor="t" anchorCtr="0">
            <a:spAutoFit/>
          </a:bodyPr>
          <a:lstStyle>
            <a:lvl1pPr marL="0" marR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  <a:endParaRPr lang="ru-RU" dirty="0"/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  <a:endParaRPr lang="ru-RU" dirty="0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8D0F0EAE-2331-B1B4-06F9-38C51EFAB8C8}"/>
              </a:ext>
            </a:extLst>
          </p:cNvPr>
          <p:cNvSpPr/>
          <p:nvPr userDrawn="1"/>
        </p:nvSpPr>
        <p:spPr>
          <a:xfrm>
            <a:off x="10673939" y="-1518061"/>
            <a:ext cx="3036122" cy="3036122"/>
          </a:xfrm>
          <a:prstGeom prst="arc">
            <a:avLst>
              <a:gd name="adj1" fmla="val 5405943"/>
              <a:gd name="adj2" fmla="val 10835667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Subtitle Placeholder 2">
            <a:extLst>
              <a:ext uri="{FF2B5EF4-FFF2-40B4-BE49-F238E27FC236}">
                <a16:creationId xmlns:a16="http://schemas.microsoft.com/office/drawing/2014/main" id="{D851C3E0-57F0-DF79-C83C-EEB20CCA4094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4"/>
            </p:custDataLst>
          </p:nvPr>
        </p:nvSpPr>
        <p:spPr>
          <a:xfrm>
            <a:off x="6215954" y="2459661"/>
            <a:ext cx="5388671" cy="3816429"/>
          </a:xfrm>
        </p:spPr>
        <p:txBody>
          <a:bodyPr wrap="square" lIns="144000" tIns="0" rIns="0" bIns="0" anchor="t" anchorCtr="0">
            <a:spAutoFit/>
          </a:bodyPr>
          <a:lstStyle>
            <a:lvl1pPr marL="0" marR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80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  <a:endParaRPr lang="ru-RU" dirty="0"/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668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-bulle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443B5F39-8DEC-109E-BCBD-3586C7FFC7C6}"/>
              </a:ext>
            </a:extLst>
          </p:cNvPr>
          <p:cNvSpPr/>
          <p:nvPr userDrawn="1"/>
        </p:nvSpPr>
        <p:spPr>
          <a:xfrm>
            <a:off x="533400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6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</a:t>
            </a:r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EB6F5-EF73-98F8-A27A-1874599DD487}"/>
              </a:ext>
            </a:extLst>
          </p:cNvPr>
          <p:cNvGrpSpPr/>
          <p:nvPr userDrawn="1"/>
        </p:nvGrpSpPr>
        <p:grpSpPr>
          <a:xfrm>
            <a:off x="591185" y="581910"/>
            <a:ext cx="360000" cy="153450"/>
            <a:chOff x="591185" y="597518"/>
            <a:chExt cx="360000" cy="1534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022565-B0EE-3023-8D68-2652084517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75096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343BC6-78EE-31EE-0E58-01948939F6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597518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29A109-01CD-C315-7CED-661F4B258E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1185" y="674243"/>
              <a:ext cx="360000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0524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D78E7E1-B888-4DE7-70E1-CC47C4A4C96B}"/>
              </a:ext>
            </a:extLst>
          </p:cNvPr>
          <p:cNvSpPr/>
          <p:nvPr userDrawn="1"/>
        </p:nvSpPr>
        <p:spPr>
          <a:xfrm rot="16200000">
            <a:off x="9598849" y="-1294167"/>
            <a:ext cx="2593151" cy="2593151"/>
          </a:xfrm>
          <a:prstGeom prst="arc">
            <a:avLst>
              <a:gd name="adj1" fmla="val 5405943"/>
              <a:gd name="adj2" fmla="val 1621157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 Placeholder 1">
            <a:extLst>
              <a:ext uri="{FF2B5EF4-FFF2-40B4-BE49-F238E27FC236}">
                <a16:creationId xmlns:a16="http://schemas.microsoft.com/office/drawing/2014/main" id="{6F607793-E17A-EC8A-C2AB-50B4E7A70865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599379" y="2367328"/>
            <a:ext cx="5371260" cy="3908762"/>
          </a:xfrm>
        </p:spPr>
        <p:txBody>
          <a:bodyPr wrap="square" lIns="0" tIns="0" rIns="108000" bIns="0" anchor="t" anchorCtr="0">
            <a:spAutoFit/>
          </a:bodyPr>
          <a:lstStyle>
            <a:lvl1pPr marL="0" marR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  <a:endParaRPr lang="ru-RU" dirty="0"/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02656A-F9DE-DB25-5870-92DF0F1A8AFF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4"/>
            </p:custDataLst>
          </p:nvPr>
        </p:nvSpPr>
        <p:spPr>
          <a:xfrm>
            <a:off x="6223205" y="2367328"/>
            <a:ext cx="5371260" cy="3908762"/>
          </a:xfrm>
        </p:spPr>
        <p:txBody>
          <a:bodyPr wrap="square" lIns="0" tIns="0" rIns="108000" bIns="0" anchor="t" anchorCtr="0">
            <a:spAutoFit/>
          </a:bodyPr>
          <a:lstStyle>
            <a:lvl1pPr marL="0" marR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 sz="1350" b="0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  <a:endParaRPr lang="ru-RU" dirty="0"/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  <a:p>
            <a:pPr marL="0" marR="0" lvl="0" indent="26352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+"/>
              <a:tabLst/>
              <a:defRPr/>
            </a:pPr>
            <a:r>
              <a:rPr lang="en-US" dirty="0"/>
              <a:t>Click To Edit Master Text Style</a:t>
            </a:r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7116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-detail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5F36EDA-16B1-923C-62F8-5D439E164125}"/>
              </a:ext>
            </a:extLst>
          </p:cNvPr>
          <p:cNvSpPr/>
          <p:nvPr userDrawn="1"/>
        </p:nvSpPr>
        <p:spPr>
          <a:xfrm flipH="1">
            <a:off x="0" y="0"/>
            <a:ext cx="6858000" cy="6858000"/>
          </a:xfrm>
          <a:prstGeom prst="rect">
            <a:avLst/>
          </a:prstGeom>
          <a:gradFill flip="none" rotWithShape="1">
            <a:gsLst>
              <a:gs pos="100000">
                <a:schemeClr val="accent6"/>
              </a:gs>
              <a:gs pos="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2829F43-02C9-D468-DF53-615E034F1B0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</a:t>
            </a:r>
            <a:endParaRPr lang="ru-RU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022565-B0EE-3023-8D68-2652084517D5}"/>
              </a:ext>
            </a:extLst>
          </p:cNvPr>
          <p:cNvCxnSpPr>
            <a:cxnSpLocks/>
          </p:cNvCxnSpPr>
          <p:nvPr userDrawn="1"/>
        </p:nvCxnSpPr>
        <p:spPr>
          <a:xfrm>
            <a:off x="591185" y="73536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343BC6-78EE-31EE-0E58-01948939F618}"/>
              </a:ext>
            </a:extLst>
          </p:cNvPr>
          <p:cNvCxnSpPr>
            <a:cxnSpLocks/>
          </p:cNvCxnSpPr>
          <p:nvPr userDrawn="1"/>
        </p:nvCxnSpPr>
        <p:spPr>
          <a:xfrm>
            <a:off x="591185" y="581910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9A109-01CD-C315-7CED-661F4B258EE7}"/>
              </a:ext>
            </a:extLst>
          </p:cNvPr>
          <p:cNvCxnSpPr>
            <a:cxnSpLocks/>
          </p:cNvCxnSpPr>
          <p:nvPr userDrawn="1"/>
        </p:nvCxnSpPr>
        <p:spPr>
          <a:xfrm>
            <a:off x="591185" y="658635"/>
            <a:ext cx="36000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02B294F-D51A-D070-C54F-07AA66679F2A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99379" y="1325295"/>
            <a:ext cx="11017249" cy="23544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1800" b="1" strike="noStrik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34" name="Table">
            <a:extLst>
              <a:ext uri="{FF2B5EF4-FFF2-40B4-BE49-F238E27FC236}">
                <a16:creationId xmlns:a16="http://schemas.microsoft.com/office/drawing/2014/main" id="{C2B9F8BD-3D53-9A19-FA3F-974D9C9399CC}"/>
              </a:ext>
            </a:extLst>
          </p:cNvPr>
          <p:cNvSpPr>
            <a:spLocks noGrp="1"/>
          </p:cNvSpPr>
          <p:nvPr userDrawn="1">
            <p:ph type="tbl" sz="quarter" idx="30"/>
          </p:nvPr>
        </p:nvSpPr>
        <p:spPr>
          <a:xfrm>
            <a:off x="587375" y="1737363"/>
            <a:ext cx="11017250" cy="4536437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83A4AFC-49B1-EB93-9FED-CA9B3620071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3425" y="490438"/>
            <a:ext cx="2581200" cy="187523"/>
          </a:xfrm>
          <a:prstGeom prst="rect">
            <a:avLst/>
          </a:prstGeom>
        </p:spPr>
      </p:pic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2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  <p:custDataLst>
              <p:tags r:id="rId70"/>
            </p:custDataLst>
          </p:nvPr>
        </p:nvSpPr>
        <p:spPr>
          <a:xfrm>
            <a:off x="597207" y="584799"/>
            <a:ext cx="11007418" cy="72019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  <p:custDataLst>
              <p:tags r:id="rId71"/>
            </p:custDataLst>
          </p:nvPr>
        </p:nvSpPr>
        <p:spPr>
          <a:xfrm>
            <a:off x="597207" y="1825625"/>
            <a:ext cx="11007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3" r:id="rId1"/>
    <p:sldLayoutId id="2147484136" r:id="rId2"/>
    <p:sldLayoutId id="2147484140" r:id="rId3"/>
    <p:sldLayoutId id="2147484137" r:id="rId4"/>
    <p:sldLayoutId id="2147484135" r:id="rId5"/>
    <p:sldLayoutId id="2147484141" r:id="rId6"/>
    <p:sldLayoutId id="2147484143" r:id="rId7"/>
    <p:sldLayoutId id="2147484144" r:id="rId8"/>
    <p:sldLayoutId id="2147484145" r:id="rId9"/>
    <p:sldLayoutId id="2147484146" r:id="rId10"/>
    <p:sldLayoutId id="2147484147" r:id="rId11"/>
    <p:sldLayoutId id="2147484148" r:id="rId12"/>
    <p:sldLayoutId id="2147484149" r:id="rId13"/>
    <p:sldLayoutId id="2147484150" r:id="rId14"/>
    <p:sldLayoutId id="2147484151" r:id="rId15"/>
    <p:sldLayoutId id="2147484152" r:id="rId16"/>
    <p:sldLayoutId id="2147484153" r:id="rId17"/>
    <p:sldLayoutId id="2147484155" r:id="rId18"/>
    <p:sldLayoutId id="2147484154" r:id="rId19"/>
    <p:sldLayoutId id="2147484197" r:id="rId20"/>
    <p:sldLayoutId id="2147484156" r:id="rId21"/>
    <p:sldLayoutId id="2147484157" r:id="rId22"/>
    <p:sldLayoutId id="2147484207" r:id="rId23"/>
    <p:sldLayoutId id="2147484208" r:id="rId24"/>
    <p:sldLayoutId id="2147484216" r:id="rId25"/>
    <p:sldLayoutId id="2147484217" r:id="rId26"/>
    <p:sldLayoutId id="2147484218" r:id="rId27"/>
    <p:sldLayoutId id="2147484212" r:id="rId28"/>
    <p:sldLayoutId id="2147484213" r:id="rId29"/>
    <p:sldLayoutId id="2147484214" r:id="rId30"/>
    <p:sldLayoutId id="2147484215" r:id="rId31"/>
    <p:sldLayoutId id="2147484167" r:id="rId32"/>
    <p:sldLayoutId id="2147484168" r:id="rId33"/>
    <p:sldLayoutId id="2147484169" r:id="rId34"/>
    <p:sldLayoutId id="2147484170" r:id="rId35"/>
    <p:sldLayoutId id="2147484171" r:id="rId36"/>
    <p:sldLayoutId id="2147484172" r:id="rId37"/>
    <p:sldLayoutId id="2147484173" r:id="rId38"/>
    <p:sldLayoutId id="2147484174" r:id="rId39"/>
    <p:sldLayoutId id="2147484175" r:id="rId40"/>
    <p:sldLayoutId id="2147484176" r:id="rId41"/>
    <p:sldLayoutId id="2147484177" r:id="rId42"/>
    <p:sldLayoutId id="2147484178" r:id="rId43"/>
    <p:sldLayoutId id="2147484179" r:id="rId44"/>
    <p:sldLayoutId id="2147484180" r:id="rId45"/>
    <p:sldLayoutId id="2147484181" r:id="rId46"/>
    <p:sldLayoutId id="2147484182" r:id="rId47"/>
    <p:sldLayoutId id="2147484183" r:id="rId48"/>
    <p:sldLayoutId id="2147484184" r:id="rId49"/>
    <p:sldLayoutId id="2147484185" r:id="rId50"/>
    <p:sldLayoutId id="2147484186" r:id="rId51"/>
    <p:sldLayoutId id="2147484187" r:id="rId52"/>
    <p:sldLayoutId id="2147484198" r:id="rId53"/>
    <p:sldLayoutId id="2147484199" r:id="rId54"/>
    <p:sldLayoutId id="2147484200" r:id="rId55"/>
    <p:sldLayoutId id="2147484201" r:id="rId56"/>
    <p:sldLayoutId id="2147484202" r:id="rId57"/>
    <p:sldLayoutId id="2147484203" r:id="rId58"/>
    <p:sldLayoutId id="2147484204" r:id="rId59"/>
    <p:sldLayoutId id="2147484205" r:id="rId60"/>
    <p:sldLayoutId id="2147484206" r:id="rId61"/>
    <p:sldLayoutId id="2147484219" r:id="rId62"/>
    <p:sldLayoutId id="2147484220" r:id="rId63"/>
    <p:sldLayoutId id="2147484221" r:id="rId64"/>
    <p:sldLayoutId id="2147484222" r:id="rId65"/>
    <p:sldLayoutId id="2147484223" r:id="rId66"/>
    <p:sldLayoutId id="2147484224" r:id="rId67"/>
    <p:sldLayoutId id="2147484225" r:id="rId68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68" userDrawn="1">
          <p15:clr>
            <a:srgbClr val="F26B43"/>
          </p15:clr>
        </p15:guide>
        <p15:guide id="6" orient="horz" pos="3952" userDrawn="1">
          <p15:clr>
            <a:srgbClr val="F26B43"/>
          </p15:clr>
        </p15:guide>
        <p15:guide id="12" pos="2003" userDrawn="1">
          <p15:clr>
            <a:srgbClr val="A4A3A4"/>
          </p15:clr>
        </p15:guide>
        <p15:guide id="13" pos="2139" userDrawn="1">
          <p15:clr>
            <a:srgbClr val="A4A3A4"/>
          </p15:clr>
        </p15:guide>
        <p15:guide id="14" pos="5541" userDrawn="1">
          <p15:clr>
            <a:srgbClr val="A4A3A4"/>
          </p15:clr>
        </p15:guide>
        <p15:guide id="15" pos="5677" userDrawn="1">
          <p15:clr>
            <a:srgbClr val="A4A3A4"/>
          </p15:clr>
        </p15:guide>
        <p15:guide id="16" pos="3772" userDrawn="1">
          <p15:clr>
            <a:srgbClr val="A4A3A4"/>
          </p15:clr>
        </p15:guide>
        <p15:guide id="17" pos="3908" userDrawn="1">
          <p15:clr>
            <a:srgbClr val="A4A3A4"/>
          </p15:clr>
        </p15:guide>
        <p15:guide id="18" pos="2593" userDrawn="1">
          <p15:clr>
            <a:srgbClr val="9FCC3B"/>
          </p15:clr>
        </p15:guide>
        <p15:guide id="19" pos="2729" userDrawn="1">
          <p15:clr>
            <a:srgbClr val="9FCC3B"/>
          </p15:clr>
        </p15:guide>
        <p15:guide id="20" pos="4951" userDrawn="1">
          <p15:clr>
            <a:srgbClr val="9FCC3B"/>
          </p15:clr>
        </p15:guide>
        <p15:guide id="21" pos="5087" userDrawn="1">
          <p15:clr>
            <a:srgbClr val="9FCC3B"/>
          </p15:clr>
        </p15:guide>
        <p15:guide id="22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2" Type="http://schemas.openxmlformats.org/officeDocument/2006/relationships/tags" Target="../tags/tag495.xml"/><Relationship Id="rId1" Type="http://schemas.openxmlformats.org/officeDocument/2006/relationships/tags" Target="../tags/tag49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97.xml"/><Relationship Id="rId1" Type="http://schemas.openxmlformats.org/officeDocument/2006/relationships/tags" Target="../tags/tag49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500.xml"/><Relationship Id="rId7" Type="http://schemas.openxmlformats.org/officeDocument/2006/relationships/image" Target="../media/image18.jpeg"/><Relationship Id="rId2" Type="http://schemas.openxmlformats.org/officeDocument/2006/relationships/tags" Target="../tags/tag499.xml"/><Relationship Id="rId1" Type="http://schemas.openxmlformats.org/officeDocument/2006/relationships/tags" Target="../tags/tag498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02.xml"/><Relationship Id="rId4" Type="http://schemas.openxmlformats.org/officeDocument/2006/relationships/tags" Target="../tags/tag50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505.xml"/><Relationship Id="rId2" Type="http://schemas.openxmlformats.org/officeDocument/2006/relationships/tags" Target="../tags/tag504.xml"/><Relationship Id="rId1" Type="http://schemas.openxmlformats.org/officeDocument/2006/relationships/tags" Target="../tags/tag503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50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9.xml"/><Relationship Id="rId7" Type="http://schemas.openxmlformats.org/officeDocument/2006/relationships/slideLayout" Target="../slideLayouts/slideLayout10.xml"/><Relationship Id="rId2" Type="http://schemas.openxmlformats.org/officeDocument/2006/relationships/tags" Target="../tags/tag508.xml"/><Relationship Id="rId1" Type="http://schemas.openxmlformats.org/officeDocument/2006/relationships/tags" Target="../tags/tag507.xml"/><Relationship Id="rId6" Type="http://schemas.openxmlformats.org/officeDocument/2006/relationships/tags" Target="../tags/tag512.xml"/><Relationship Id="rId5" Type="http://schemas.openxmlformats.org/officeDocument/2006/relationships/tags" Target="../tags/tag511.xml"/><Relationship Id="rId4" Type="http://schemas.openxmlformats.org/officeDocument/2006/relationships/tags" Target="../tags/tag5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15.xml"/><Relationship Id="rId7" Type="http://schemas.openxmlformats.org/officeDocument/2006/relationships/image" Target="../media/image19.jpeg"/><Relationship Id="rId2" Type="http://schemas.openxmlformats.org/officeDocument/2006/relationships/tags" Target="../tags/tag514.xml"/><Relationship Id="rId1" Type="http://schemas.openxmlformats.org/officeDocument/2006/relationships/tags" Target="../tags/tag513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517.xml"/><Relationship Id="rId4" Type="http://schemas.openxmlformats.org/officeDocument/2006/relationships/tags" Target="../tags/tag5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20.xml"/><Relationship Id="rId2" Type="http://schemas.openxmlformats.org/officeDocument/2006/relationships/tags" Target="../tags/tag519.xml"/><Relationship Id="rId1" Type="http://schemas.openxmlformats.org/officeDocument/2006/relationships/tags" Target="../tags/tag518.xml"/><Relationship Id="rId4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523.xml"/><Relationship Id="rId2" Type="http://schemas.openxmlformats.org/officeDocument/2006/relationships/tags" Target="../tags/tag522.xml"/><Relationship Id="rId1" Type="http://schemas.openxmlformats.org/officeDocument/2006/relationships/tags" Target="../tags/tag521.xml"/><Relationship Id="rId4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531.xml"/><Relationship Id="rId13" Type="http://schemas.openxmlformats.org/officeDocument/2006/relationships/tags" Target="../tags/tag536.xml"/><Relationship Id="rId18" Type="http://schemas.openxmlformats.org/officeDocument/2006/relationships/tags" Target="../tags/tag541.xml"/><Relationship Id="rId3" Type="http://schemas.openxmlformats.org/officeDocument/2006/relationships/tags" Target="../tags/tag526.xml"/><Relationship Id="rId21" Type="http://schemas.openxmlformats.org/officeDocument/2006/relationships/slideLayout" Target="../slideLayouts/slideLayout35.xml"/><Relationship Id="rId7" Type="http://schemas.openxmlformats.org/officeDocument/2006/relationships/tags" Target="../tags/tag530.xml"/><Relationship Id="rId12" Type="http://schemas.openxmlformats.org/officeDocument/2006/relationships/tags" Target="../tags/tag535.xml"/><Relationship Id="rId17" Type="http://schemas.openxmlformats.org/officeDocument/2006/relationships/tags" Target="../tags/tag540.xml"/><Relationship Id="rId2" Type="http://schemas.openxmlformats.org/officeDocument/2006/relationships/tags" Target="../tags/tag525.xml"/><Relationship Id="rId16" Type="http://schemas.openxmlformats.org/officeDocument/2006/relationships/tags" Target="../tags/tag539.xml"/><Relationship Id="rId20" Type="http://schemas.openxmlformats.org/officeDocument/2006/relationships/tags" Target="../tags/tag543.xml"/><Relationship Id="rId1" Type="http://schemas.openxmlformats.org/officeDocument/2006/relationships/tags" Target="../tags/tag524.xml"/><Relationship Id="rId6" Type="http://schemas.openxmlformats.org/officeDocument/2006/relationships/tags" Target="../tags/tag529.xml"/><Relationship Id="rId11" Type="http://schemas.openxmlformats.org/officeDocument/2006/relationships/tags" Target="../tags/tag534.xml"/><Relationship Id="rId5" Type="http://schemas.openxmlformats.org/officeDocument/2006/relationships/tags" Target="../tags/tag528.xml"/><Relationship Id="rId15" Type="http://schemas.openxmlformats.org/officeDocument/2006/relationships/tags" Target="../tags/tag538.xml"/><Relationship Id="rId10" Type="http://schemas.openxmlformats.org/officeDocument/2006/relationships/tags" Target="../tags/tag533.xml"/><Relationship Id="rId19" Type="http://schemas.openxmlformats.org/officeDocument/2006/relationships/tags" Target="../tags/tag542.xml"/><Relationship Id="rId4" Type="http://schemas.openxmlformats.org/officeDocument/2006/relationships/tags" Target="../tags/tag527.xml"/><Relationship Id="rId9" Type="http://schemas.openxmlformats.org/officeDocument/2006/relationships/tags" Target="../tags/tag532.xml"/><Relationship Id="rId14" Type="http://schemas.openxmlformats.org/officeDocument/2006/relationships/tags" Target="../tags/tag5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F569A6B1-A2B0-401A-E103-745F9AFAE8CD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CREATED BY: Patrick Musaza</a:t>
            </a:r>
          </a:p>
          <a:p>
            <a:r>
              <a:rPr lang="en-US" dirty="0"/>
              <a:t>DATE: January-2026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6B8DA2-BADA-DB9C-18F8-077EE565573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7200" dirty="0"/>
              <a:t>LAUNDROMAT</a:t>
            </a:r>
            <a:br>
              <a:rPr lang="en-US" sz="7200" dirty="0"/>
            </a:br>
            <a:r>
              <a:rPr lang="en-US" sz="7200" dirty="0"/>
              <a:t>SYSTEM</a:t>
            </a:r>
            <a:br>
              <a:rPr lang="en-US" sz="7200" dirty="0"/>
            </a:br>
            <a:r>
              <a:rPr lang="en-US" sz="7200" dirty="0"/>
              <a:t>DOCUMENTATION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2521099-DC22-5365-4FA5-FB0C3552A6E6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rPr lang="en-US" dirty="0"/>
              <a:t>Simple Format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46E627B-B472-43A8-A39F-B5CD926CC2B6}"/>
              </a:ext>
            </a:extLst>
          </p:cNvPr>
          <p:cNvSpPr/>
          <p:nvPr/>
        </p:nvSpPr>
        <p:spPr>
          <a:xfrm>
            <a:off x="10544600" y="6400800"/>
            <a:ext cx="1139400" cy="292100"/>
          </a:xfrm>
          <a:prstGeom prst="roundRect">
            <a:avLst/>
          </a:prstGeom>
          <a:solidFill>
            <a:srgbClr val="EBF5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50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C9847-401F-A981-A5A8-EE9A1C92B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4044E9B7-6986-8685-3FD7-D328837B4598}"/>
              </a:ext>
            </a:extLst>
          </p:cNvPr>
          <p:cNvSpPr>
            <a:spLocks noGrp="1"/>
          </p:cNvSpPr>
          <p:nvPr>
            <p:ph type="body" idx="26"/>
            <p:custDataLst>
              <p:tags r:id="rId1"/>
            </p:custDataLst>
          </p:nvPr>
        </p:nvSpPr>
        <p:spPr>
          <a:xfrm>
            <a:off x="589220" y="4059966"/>
            <a:ext cx="5994460" cy="1465525"/>
          </a:xfrm>
        </p:spPr>
        <p:txBody>
          <a:bodyPr/>
          <a:lstStyle/>
          <a:p>
            <a:r>
              <a:rPr lang="en-US" sz="2800" dirty="0"/>
              <a:t>Actors and core interactions for Smart Laundromat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9CDBB1C-C78D-EA25-AF85-3B505DED97E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928C16A9-D349-FBD1-AD7C-B3AC5F5FA5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64323" y="566302"/>
            <a:ext cx="4823727" cy="184666"/>
          </a:xfrm>
        </p:spPr>
        <p:txBody>
          <a:bodyPr/>
          <a:lstStyle/>
          <a:p>
            <a:r>
              <a:rPr lang="en-US" dirty="0"/>
              <a:t>SDLC Document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70F657-F48D-7AAE-A00D-A99DAC2980A7}"/>
              </a:ext>
            </a:extLst>
          </p:cNvPr>
          <p:cNvSpPr/>
          <p:nvPr/>
        </p:nvSpPr>
        <p:spPr>
          <a:xfrm>
            <a:off x="10531900" y="6400800"/>
            <a:ext cx="1139400" cy="292100"/>
          </a:xfrm>
          <a:prstGeom prst="roundRect">
            <a:avLst/>
          </a:prstGeom>
          <a:solidFill>
            <a:srgbClr val="F1F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57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EBB8B2-09F4-4DED-3A6E-BAB0F6A4C28D}"/>
              </a:ext>
            </a:extLst>
          </p:cNvPr>
          <p:cNvSpPr/>
          <p:nvPr/>
        </p:nvSpPr>
        <p:spPr>
          <a:xfrm>
            <a:off x="1711304" y="136176"/>
            <a:ext cx="3154680" cy="891540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+mj-lt"/>
              </a:rPr>
              <a:t>ACTORS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05741F8-65BE-19BE-BC5B-48A77C811646}"/>
              </a:ext>
            </a:extLst>
          </p:cNvPr>
          <p:cNvGrpSpPr/>
          <p:nvPr/>
        </p:nvGrpSpPr>
        <p:grpSpPr>
          <a:xfrm>
            <a:off x="1489013" y="2508537"/>
            <a:ext cx="3578942" cy="4129548"/>
            <a:chOff x="1574472" y="2508537"/>
            <a:chExt cx="3578942" cy="412954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38E825-FE64-C9FB-8E1C-86854337C26F}"/>
                </a:ext>
              </a:extLst>
            </p:cNvPr>
            <p:cNvSpPr/>
            <p:nvPr/>
          </p:nvSpPr>
          <p:spPr>
            <a:xfrm>
              <a:off x="2212259" y="2900516"/>
              <a:ext cx="2389238" cy="5506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+mj-lt"/>
                </a:rPr>
                <a:t>Customer (Walk-In)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F9D8729-6DF4-7D4F-6C88-F34000B6DDB8}"/>
                </a:ext>
              </a:extLst>
            </p:cNvPr>
            <p:cNvSpPr/>
            <p:nvPr/>
          </p:nvSpPr>
          <p:spPr>
            <a:xfrm>
              <a:off x="2212997" y="3603523"/>
              <a:ext cx="2389238" cy="5506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+mj-lt"/>
                </a:rPr>
                <a:t>Staff (Employee)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5782E75-F536-FD05-CDF4-AC8FA12D511E}"/>
                </a:ext>
              </a:extLst>
            </p:cNvPr>
            <p:cNvSpPr/>
            <p:nvPr/>
          </p:nvSpPr>
          <p:spPr>
            <a:xfrm>
              <a:off x="2220370" y="4306530"/>
              <a:ext cx="2389238" cy="5506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+mj-lt"/>
                </a:rPr>
                <a:t>Delivery Agent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96CABB2-A0D9-DB61-3E33-0C8242338BB2}"/>
                </a:ext>
              </a:extLst>
            </p:cNvPr>
            <p:cNvSpPr/>
            <p:nvPr/>
          </p:nvSpPr>
          <p:spPr>
            <a:xfrm>
              <a:off x="2221108" y="5009537"/>
              <a:ext cx="2389238" cy="5506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+mj-lt"/>
                </a:rPr>
                <a:t>Accountant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B241C03-0729-6E7D-88B5-6826338C3F36}"/>
                </a:ext>
              </a:extLst>
            </p:cNvPr>
            <p:cNvSpPr/>
            <p:nvPr/>
          </p:nvSpPr>
          <p:spPr>
            <a:xfrm>
              <a:off x="2230202" y="5712544"/>
              <a:ext cx="2389238" cy="5506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+mj-lt"/>
                </a:rPr>
                <a:t>Admin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5B58E8-25EE-F34A-BF9A-DC047BE44B62}"/>
                </a:ext>
              </a:extLst>
            </p:cNvPr>
            <p:cNvSpPr/>
            <p:nvPr/>
          </p:nvSpPr>
          <p:spPr>
            <a:xfrm>
              <a:off x="1574472" y="2508537"/>
              <a:ext cx="3578942" cy="4129548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F010841-A7AC-D8FA-8027-AE8F77CF6EC3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3278484" y="1027716"/>
            <a:ext cx="0" cy="1480821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F8CD387-5F5D-78BD-B956-BEE7CD8BAC93}"/>
              </a:ext>
            </a:extLst>
          </p:cNvPr>
          <p:cNvSpPr/>
          <p:nvPr/>
        </p:nvSpPr>
        <p:spPr>
          <a:xfrm>
            <a:off x="8051144" y="136176"/>
            <a:ext cx="3154680" cy="891540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+mj-lt"/>
              </a:rPr>
              <a:t>Use Cases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5A0C58-AB1D-0299-A45C-5C0A268B8EB6}"/>
              </a:ext>
            </a:extLst>
          </p:cNvPr>
          <p:cNvSpPr/>
          <p:nvPr/>
        </p:nvSpPr>
        <p:spPr>
          <a:xfrm>
            <a:off x="7408524" y="2092960"/>
            <a:ext cx="4439920" cy="1209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Place Laundry Order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Select Wash Type (Hot / Cold)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Make Payment (Cash, Mobile Money, Card)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Print EBM Receipt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49DFB3-5BFD-F597-EAD8-11BF14E2CD3B}"/>
              </a:ext>
            </a:extLst>
          </p:cNvPr>
          <p:cNvSpPr/>
          <p:nvPr/>
        </p:nvSpPr>
        <p:spPr>
          <a:xfrm>
            <a:off x="7408524" y="3460791"/>
            <a:ext cx="4439920" cy="1031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Place &amp; Track Delivery Order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Register for Loyalty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Switch Language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E5F297-A47B-25DD-F17F-55A1F1BDA0DB}"/>
              </a:ext>
            </a:extLst>
          </p:cNvPr>
          <p:cNvSpPr/>
          <p:nvPr/>
        </p:nvSpPr>
        <p:spPr>
          <a:xfrm>
            <a:off x="7408524" y="4650822"/>
            <a:ext cx="4439920" cy="12216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Manage Prices &amp; Promotions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Manage Machines &amp; Users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Generate Reports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Monitor System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4D1CFB-3A14-7E91-E7F4-86B59FC4F323}"/>
              </a:ext>
            </a:extLst>
          </p:cNvPr>
          <p:cNvSpPr/>
          <p:nvPr/>
        </p:nvSpPr>
        <p:spPr>
          <a:xfrm>
            <a:off x="7408524" y="6031271"/>
            <a:ext cx="4439920" cy="6542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/>
                </a:solidFill>
                <a:latin typeface="+mj-lt"/>
              </a:rPr>
              <a:t>Sync </a:t>
            </a:r>
            <a:r>
              <a:rPr lang="en-US" sz="1600" dirty="0">
                <a:solidFill>
                  <a:schemeClr val="tx2"/>
                </a:solidFill>
                <a:latin typeface="+mj-lt"/>
              </a:rPr>
              <a:t>Offline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 Invoices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Configure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  Settings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8421D56-14F0-6E1B-9C26-C8369E9C9D1A}"/>
              </a:ext>
            </a:extLst>
          </p:cNvPr>
          <p:cNvCxnSpPr>
            <a:cxnSpLocks/>
            <a:stCxn id="39" idx="1"/>
            <a:endCxn id="31" idx="1"/>
          </p:cNvCxnSpPr>
          <p:nvPr/>
        </p:nvCxnSpPr>
        <p:spPr>
          <a:xfrm flipV="1">
            <a:off x="5161936" y="2697480"/>
            <a:ext cx="2246588" cy="10674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ight Brace 38">
            <a:extLst>
              <a:ext uri="{FF2B5EF4-FFF2-40B4-BE49-F238E27FC236}">
                <a16:creationId xmlns:a16="http://schemas.microsoft.com/office/drawing/2014/main" id="{917DBF23-0ED8-9646-0B66-C3D3459EFE8A}"/>
              </a:ext>
            </a:extLst>
          </p:cNvPr>
          <p:cNvSpPr/>
          <p:nvPr/>
        </p:nvSpPr>
        <p:spPr>
          <a:xfrm>
            <a:off x="4714240" y="3037840"/>
            <a:ext cx="447696" cy="1454191"/>
          </a:xfrm>
          <a:prstGeom prst="rightBrace">
            <a:avLst/>
          </a:prstGeom>
          <a:ln w="25400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EB0AF3A6-A89F-4A7E-047B-0F5B2E86BA90}"/>
              </a:ext>
            </a:extLst>
          </p:cNvPr>
          <p:cNvSpPr/>
          <p:nvPr/>
        </p:nvSpPr>
        <p:spPr>
          <a:xfrm>
            <a:off x="4732921" y="5178816"/>
            <a:ext cx="447696" cy="852456"/>
          </a:xfrm>
          <a:prstGeom prst="rightBrace">
            <a:avLst/>
          </a:prstGeom>
          <a:ln w="25400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FF317D3-5367-64D8-BC53-74DD4703F46E}"/>
              </a:ext>
            </a:extLst>
          </p:cNvPr>
          <p:cNvCxnSpPr>
            <a:cxnSpLocks/>
            <a:stCxn id="41" idx="1"/>
            <a:endCxn id="33" idx="1"/>
          </p:cNvCxnSpPr>
          <p:nvPr/>
        </p:nvCxnSpPr>
        <p:spPr>
          <a:xfrm flipV="1">
            <a:off x="5180617" y="5261651"/>
            <a:ext cx="2227907" cy="3433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541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28ABAA-65A4-76D7-180A-85386F3BBA0F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1"/>
            </p:custDataLst>
          </p:nvPr>
        </p:nvSpPr>
        <p:spPr>
          <a:xfrm>
            <a:off x="1164323" y="566302"/>
            <a:ext cx="4823727" cy="184666"/>
          </a:xfrm>
        </p:spPr>
        <p:txBody>
          <a:bodyPr/>
          <a:lstStyle/>
          <a:p>
            <a:r>
              <a:rPr lang="en-US" dirty="0"/>
              <a:t>SDLC Document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928B9-9D9A-BFA1-86E4-20413DD42856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System Components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EA8740-AE7E-A52B-1D16-77C54FBF564E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System Architecture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BFD47-F2B6-8504-123A-53F933270902}"/>
              </a:ext>
            </a:extLst>
          </p:cNvPr>
          <p:cNvSpPr>
            <a:spLocks noGrp="1"/>
          </p:cNvSpPr>
          <p:nvPr>
            <p:ph type="body" idx="25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Includes POS, Edge Server, IoT Devices, Receipt Printer, Cloud Backend, and Management Portal.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AE469B9-19A5-1DC5-49AE-AFB176161377}"/>
              </a:ext>
            </a:extLst>
          </p:cNvPr>
          <p:cNvPicPr>
            <a:picLocks noGrp="1" noChangeAspect="1"/>
          </p:cNvPicPr>
          <p:nvPr>
            <p:ph type="pic" sz="quarter" idx="27"/>
            <p:custDataLst>
              <p:tags r:id="rId5"/>
            </p:custDataLst>
          </p:nvPr>
        </p:nvPicPr>
        <p:blipFill>
          <a:blip r:embed="rId7"/>
          <a:srcRect l="65" r="65"/>
          <a:stretch>
            <a:fillRect/>
          </a:stretch>
        </p:blipFill>
        <p:spPr>
          <a:xfrm>
            <a:off x="8085772" y="584200"/>
            <a:ext cx="3774075" cy="6080760"/>
          </a:xfrm>
        </p:spPr>
      </p:pic>
    </p:spTree>
    <p:extLst>
      <p:ext uri="{BB962C8B-B14F-4D97-AF65-F5344CB8AC3E}">
        <p14:creationId xmlns:p14="http://schemas.microsoft.com/office/powerpoint/2010/main" val="267012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CA367F-3956-1487-549D-7014EDEB49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SDLC Document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79559F-2BF2-9352-D831-DA44A2C22A81}"/>
              </a:ext>
            </a:extLst>
          </p:cNvPr>
          <p:cNvGrpSpPr/>
          <p:nvPr/>
        </p:nvGrpSpPr>
        <p:grpSpPr>
          <a:xfrm>
            <a:off x="121920" y="1026160"/>
            <a:ext cx="6248400" cy="3962400"/>
            <a:chOff x="121920" y="1026160"/>
            <a:chExt cx="6248400" cy="39624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E57CEE-B184-F917-781C-97735119E743}"/>
                </a:ext>
              </a:extLst>
            </p:cNvPr>
            <p:cNvSpPr txBox="1"/>
            <p:nvPr/>
          </p:nvSpPr>
          <p:spPr>
            <a:xfrm>
              <a:off x="1623694" y="1270190"/>
              <a:ext cx="2367379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LOCAL WORKSTATION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D856049-7009-73A2-A1EF-B4D0A0203447}"/>
                </a:ext>
              </a:extLst>
            </p:cNvPr>
            <p:cNvGrpSpPr/>
            <p:nvPr/>
          </p:nvGrpSpPr>
          <p:grpSpPr>
            <a:xfrm>
              <a:off x="265614" y="1879600"/>
              <a:ext cx="2595695" cy="1656080"/>
              <a:chOff x="386080" y="1727200"/>
              <a:chExt cx="2595695" cy="1562340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355DAA-C45F-C63D-595F-ECDD2834CA3B}"/>
                  </a:ext>
                </a:extLst>
              </p:cNvPr>
              <p:cNvSpPr txBox="1"/>
              <p:nvPr/>
            </p:nvSpPr>
            <p:spPr>
              <a:xfrm>
                <a:off x="1024706" y="1831751"/>
                <a:ext cx="1184940" cy="348426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+mj-lt"/>
                  </a:rPr>
                  <a:t>Hardware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CFF024A-D673-114F-F833-37BCF39E88B4}"/>
                  </a:ext>
                </a:extLst>
              </p:cNvPr>
              <p:cNvSpPr/>
              <p:nvPr/>
            </p:nvSpPr>
            <p:spPr>
              <a:xfrm>
                <a:off x="506546" y="2213808"/>
                <a:ext cx="2475229" cy="9404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Touchscreen Display</a:t>
                </a:r>
              </a:p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Receipt Printer</a:t>
                </a:r>
              </a:p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Customer Display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B7843D8-35EB-350E-EE34-EE1A088CF19D}"/>
                  </a:ext>
                </a:extLst>
              </p:cNvPr>
              <p:cNvSpPr/>
              <p:nvPr/>
            </p:nvSpPr>
            <p:spPr>
              <a:xfrm>
                <a:off x="386080" y="1727200"/>
                <a:ext cx="2595695" cy="15623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>
                  <a:latin typeface="+mj-lt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539E1F5-F846-2183-82CC-2AD72BCA55BC}"/>
                </a:ext>
              </a:extLst>
            </p:cNvPr>
            <p:cNvGrpSpPr/>
            <p:nvPr/>
          </p:nvGrpSpPr>
          <p:grpSpPr>
            <a:xfrm>
              <a:off x="3100254" y="1879600"/>
              <a:ext cx="3087186" cy="1656080"/>
              <a:chOff x="386080" y="1727200"/>
              <a:chExt cx="2595695" cy="156234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D3DC33-AEA1-B309-6CAA-8886AFC34A27}"/>
                  </a:ext>
                </a:extLst>
              </p:cNvPr>
              <p:cNvSpPr txBox="1"/>
              <p:nvPr/>
            </p:nvSpPr>
            <p:spPr>
              <a:xfrm>
                <a:off x="1052450" y="1820836"/>
                <a:ext cx="1262954" cy="348426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j-lt"/>
                  </a:rPr>
                  <a:t>Desktop App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B79F3E-CFDA-1DF3-4B66-4DE0E5B56880}"/>
                  </a:ext>
                </a:extLst>
              </p:cNvPr>
              <p:cNvSpPr/>
              <p:nvPr/>
            </p:nvSpPr>
            <p:spPr>
              <a:xfrm>
                <a:off x="506546" y="2259413"/>
                <a:ext cx="2398347" cy="8948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Touchscreen UI</a:t>
                </a:r>
              </a:p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Virtual Keyboard</a:t>
                </a:r>
              </a:p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Receipt Printer Controller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3A489B5-434B-2053-816A-EF526E6D8FAD}"/>
                  </a:ext>
                </a:extLst>
              </p:cNvPr>
              <p:cNvSpPr/>
              <p:nvPr/>
            </p:nvSpPr>
            <p:spPr>
              <a:xfrm>
                <a:off x="386080" y="1727200"/>
                <a:ext cx="2595695" cy="15623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>
                  <a:latin typeface="+mj-lt"/>
                </a:endParaRPr>
              </a:p>
            </p:txBody>
          </p:sp>
        </p:grpSp>
        <p:sp>
          <p:nvSpPr>
            <p:cNvPr id="17" name="Cylinder 16">
              <a:extLst>
                <a:ext uri="{FF2B5EF4-FFF2-40B4-BE49-F238E27FC236}">
                  <a16:creationId xmlns:a16="http://schemas.microsoft.com/office/drawing/2014/main" id="{6C3758F9-5A98-A278-49CC-FB6441AF41CE}"/>
                </a:ext>
              </a:extLst>
            </p:cNvPr>
            <p:cNvSpPr/>
            <p:nvPr/>
          </p:nvSpPr>
          <p:spPr>
            <a:xfrm>
              <a:off x="1767840" y="3775758"/>
              <a:ext cx="1950720" cy="996862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+mj-lt"/>
                </a:rPr>
                <a:t>Local PostgreSQL</a:t>
              </a:r>
            </a:p>
            <a:p>
              <a:pPr algn="ctr"/>
              <a:r>
                <a:rPr lang="en-US" dirty="0">
                  <a:solidFill>
                    <a:schemeClr val="tx2"/>
                  </a:solidFill>
                  <a:latin typeface="+mj-lt"/>
                </a:rPr>
                <a:t>Offline Database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053D308-EF61-4D83-9508-B0A4F962AC78}"/>
                </a:ext>
              </a:extLst>
            </p:cNvPr>
            <p:cNvSpPr/>
            <p:nvPr/>
          </p:nvSpPr>
          <p:spPr>
            <a:xfrm>
              <a:off x="121920" y="1026160"/>
              <a:ext cx="6248400" cy="3962400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610DD83-40E0-C629-D8DD-5D7B1E7DFE7D}"/>
              </a:ext>
            </a:extLst>
          </p:cNvPr>
          <p:cNvGrpSpPr/>
          <p:nvPr/>
        </p:nvGrpSpPr>
        <p:grpSpPr>
          <a:xfrm>
            <a:off x="6514014" y="355600"/>
            <a:ext cx="5354320" cy="1524000"/>
            <a:chOff x="6715760" y="355600"/>
            <a:chExt cx="5354320" cy="15240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2EE46A6-BBD5-055F-B941-40CC510502D6}"/>
                </a:ext>
              </a:extLst>
            </p:cNvPr>
            <p:cNvGrpSpPr/>
            <p:nvPr/>
          </p:nvGrpSpPr>
          <p:grpSpPr>
            <a:xfrm>
              <a:off x="6859454" y="464068"/>
              <a:ext cx="2203266" cy="1312996"/>
              <a:chOff x="8068494" y="677428"/>
              <a:chExt cx="2203266" cy="1312996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A0358F-39D7-61EE-2E69-FC4AB871BF14}"/>
                  </a:ext>
                </a:extLst>
              </p:cNvPr>
              <p:cNvSpPr txBox="1"/>
              <p:nvPr/>
            </p:nvSpPr>
            <p:spPr>
              <a:xfrm>
                <a:off x="8450764" y="774836"/>
                <a:ext cx="1128544" cy="369331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j-lt"/>
                  </a:rPr>
                  <a:t>Network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C7BA0D6-7A68-0E56-2D4E-3950D2C295F8}"/>
                  </a:ext>
                </a:extLst>
              </p:cNvPr>
              <p:cNvSpPr/>
              <p:nvPr/>
            </p:nvSpPr>
            <p:spPr>
              <a:xfrm>
                <a:off x="8211770" y="1241574"/>
                <a:ext cx="2059990" cy="6380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Router</a:t>
                </a:r>
              </a:p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RS 485 Gateway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B3E0030-5D9C-F8E0-D45D-265E123A9F9D}"/>
                  </a:ext>
                </a:extLst>
              </p:cNvPr>
              <p:cNvSpPr/>
              <p:nvPr/>
            </p:nvSpPr>
            <p:spPr>
              <a:xfrm>
                <a:off x="8068494" y="677428"/>
                <a:ext cx="2203266" cy="131299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>
                  <a:latin typeface="+mj-lt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5FB1F82-0286-DF34-5E99-C2EAF364AEBF}"/>
                </a:ext>
              </a:extLst>
            </p:cNvPr>
            <p:cNvGrpSpPr/>
            <p:nvPr/>
          </p:nvGrpSpPr>
          <p:grpSpPr>
            <a:xfrm>
              <a:off x="9266602" y="464068"/>
              <a:ext cx="2603407" cy="1312996"/>
              <a:chOff x="8068494" y="677428"/>
              <a:chExt cx="2203266" cy="1312996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C223D26-336D-1949-5F26-BB2ED1DF34EC}"/>
                  </a:ext>
                </a:extLst>
              </p:cNvPr>
              <p:cNvSpPr txBox="1"/>
              <p:nvPr/>
            </p:nvSpPr>
            <p:spPr>
              <a:xfrm>
                <a:off x="8751799" y="774836"/>
                <a:ext cx="526475" cy="369331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j-lt"/>
                  </a:rPr>
                  <a:t>APIs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BA9CF21-9E38-8D4B-2AAF-1EDE5ECD3E62}"/>
                  </a:ext>
                </a:extLst>
              </p:cNvPr>
              <p:cNvSpPr/>
              <p:nvPr/>
            </p:nvSpPr>
            <p:spPr>
              <a:xfrm>
                <a:off x="8211770" y="1241574"/>
                <a:ext cx="2059990" cy="6380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Transaction Services</a:t>
                </a:r>
              </a:p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EBM Integration 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013678D-1DDF-C0E7-6322-F705F69E8C24}"/>
                  </a:ext>
                </a:extLst>
              </p:cNvPr>
              <p:cNvSpPr/>
              <p:nvPr/>
            </p:nvSpPr>
            <p:spPr>
              <a:xfrm>
                <a:off x="8068494" y="677428"/>
                <a:ext cx="2203266" cy="131299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>
                  <a:latin typeface="+mj-lt"/>
                </a:endParaRPr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6441E27-B689-28E1-B425-468705CB1B3C}"/>
                </a:ext>
              </a:extLst>
            </p:cNvPr>
            <p:cNvSpPr/>
            <p:nvPr/>
          </p:nvSpPr>
          <p:spPr>
            <a:xfrm>
              <a:off x="6715760" y="355600"/>
              <a:ext cx="5354320" cy="1524000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9E7ECBB-B324-70EB-0729-35CDA71FF986}"/>
              </a:ext>
            </a:extLst>
          </p:cNvPr>
          <p:cNvGrpSpPr/>
          <p:nvPr/>
        </p:nvGrpSpPr>
        <p:grpSpPr>
          <a:xfrm>
            <a:off x="3991073" y="3535680"/>
            <a:ext cx="8421818" cy="3048000"/>
            <a:chOff x="8490" y="931978"/>
            <a:chExt cx="6631777" cy="421531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9EB5A0-39C7-3D3D-2609-1703B0508AB8}"/>
                </a:ext>
              </a:extLst>
            </p:cNvPr>
            <p:cNvSpPr txBox="1"/>
            <p:nvPr/>
          </p:nvSpPr>
          <p:spPr>
            <a:xfrm>
              <a:off x="3150045" y="1116105"/>
              <a:ext cx="2198518" cy="468950"/>
            </a:xfrm>
            <a:prstGeom prst="rect">
              <a:avLst/>
            </a:prstGeom>
            <a:noFill/>
            <a:ln>
              <a:solidFill>
                <a:srgbClr val="00B050">
                  <a:alpha val="90000"/>
                </a:srgb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CLOUD INFRASTRUCTURE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D30AA71-66BC-CEC3-CD32-6CB5ED5B03DA}"/>
                </a:ext>
              </a:extLst>
            </p:cNvPr>
            <p:cNvGrpSpPr/>
            <p:nvPr/>
          </p:nvGrpSpPr>
          <p:grpSpPr>
            <a:xfrm>
              <a:off x="2293116" y="1879599"/>
              <a:ext cx="2678369" cy="2336151"/>
              <a:chOff x="2413582" y="1727199"/>
              <a:chExt cx="2678369" cy="2203916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CD72DE2-1F34-0DA5-BEDE-F9052823CC52}"/>
                  </a:ext>
                </a:extLst>
              </p:cNvPr>
              <p:cNvSpPr txBox="1"/>
              <p:nvPr/>
            </p:nvSpPr>
            <p:spPr>
              <a:xfrm>
                <a:off x="2546234" y="1817174"/>
                <a:ext cx="2049861" cy="843266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+mj-lt"/>
                  </a:rPr>
                  <a:t>MANAGEMENT PORTAL</a:t>
                </a:r>
              </a:p>
              <a:p>
                <a:pPr algn="ctr"/>
                <a:r>
                  <a:rPr lang="en-US" dirty="0">
                    <a:latin typeface="+mj-lt"/>
                  </a:rPr>
                  <a:t>(WEB)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4DD3467-7234-F28E-B2FE-44CF418D6BEA}"/>
                  </a:ext>
                </a:extLst>
              </p:cNvPr>
              <p:cNvSpPr/>
              <p:nvPr/>
            </p:nvSpPr>
            <p:spPr>
              <a:xfrm>
                <a:off x="2616722" y="2787932"/>
                <a:ext cx="2475229" cy="9404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Touchscreen Display</a:t>
                </a:r>
              </a:p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Receipt Printer</a:t>
                </a:r>
              </a:p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Customer Display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1ED7D30-DAD1-81CD-000A-E7B19EEEFE2F}"/>
                  </a:ext>
                </a:extLst>
              </p:cNvPr>
              <p:cNvSpPr/>
              <p:nvPr/>
            </p:nvSpPr>
            <p:spPr>
              <a:xfrm>
                <a:off x="2413582" y="1727199"/>
                <a:ext cx="2267286" cy="22039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>
                  <a:latin typeface="+mj-lt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FD27C05-6C60-42B2-6FD6-1161A26D158F}"/>
                </a:ext>
              </a:extLst>
            </p:cNvPr>
            <p:cNvGrpSpPr/>
            <p:nvPr/>
          </p:nvGrpSpPr>
          <p:grpSpPr>
            <a:xfrm>
              <a:off x="4639640" y="1879600"/>
              <a:ext cx="2000627" cy="1896157"/>
              <a:chOff x="1680389" y="1727200"/>
              <a:chExt cx="1682120" cy="178882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EF8B09-335F-346D-CF1F-23A9CA331F7A}"/>
                  </a:ext>
                </a:extLst>
              </p:cNvPr>
              <p:cNvSpPr txBox="1"/>
              <p:nvPr/>
            </p:nvSpPr>
            <p:spPr>
              <a:xfrm>
                <a:off x="1744095" y="1794615"/>
                <a:ext cx="1180392" cy="48186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j-lt"/>
                  </a:rPr>
                  <a:t>RRA EBM Server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6FF5958-3E32-CF58-1976-709A5B6BF08A}"/>
                  </a:ext>
                </a:extLst>
              </p:cNvPr>
              <p:cNvSpPr/>
              <p:nvPr/>
            </p:nvSpPr>
            <p:spPr>
              <a:xfrm>
                <a:off x="1870934" y="2403974"/>
                <a:ext cx="1491575" cy="8589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Production</a:t>
                </a:r>
              </a:p>
              <a:p>
                <a:r>
                  <a:rPr lang="en-US" dirty="0">
                    <a:solidFill>
                      <a:schemeClr val="tx2"/>
                    </a:solidFill>
                    <a:latin typeface="+mj-lt"/>
                  </a:rPr>
                  <a:t>Sandbox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CE529C1-F411-A4D8-43A3-F74263FC9A1F}"/>
                  </a:ext>
                </a:extLst>
              </p:cNvPr>
              <p:cNvSpPr/>
              <p:nvPr/>
            </p:nvSpPr>
            <p:spPr>
              <a:xfrm>
                <a:off x="1680389" y="1727200"/>
                <a:ext cx="1374427" cy="178882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>
                  <a:latin typeface="+mj-lt"/>
                </a:endParaRPr>
              </a:p>
            </p:txBody>
          </p:sp>
        </p:grpSp>
        <p:sp>
          <p:nvSpPr>
            <p:cNvPr id="36" name="Cylinder 35">
              <a:extLst>
                <a:ext uri="{FF2B5EF4-FFF2-40B4-BE49-F238E27FC236}">
                  <a16:creationId xmlns:a16="http://schemas.microsoft.com/office/drawing/2014/main" id="{4FE3812A-1A85-19BF-E675-67415CB68815}"/>
                </a:ext>
              </a:extLst>
            </p:cNvPr>
            <p:cNvSpPr/>
            <p:nvPr/>
          </p:nvSpPr>
          <p:spPr>
            <a:xfrm>
              <a:off x="8490" y="3428892"/>
              <a:ext cx="1950720" cy="1559668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  <a:latin typeface="+mj-lt"/>
                </a:rPr>
                <a:t>Cloud PostgreSQL</a:t>
              </a:r>
            </a:p>
            <a:p>
              <a:pPr algn="ctr"/>
              <a:r>
                <a:rPr lang="en-US" dirty="0">
                  <a:solidFill>
                    <a:schemeClr val="tx2"/>
                  </a:solidFill>
                  <a:latin typeface="+mj-lt"/>
                </a:rPr>
                <a:t>Master Database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EB9CC0C-DF55-258E-E478-9225A5F819B4}"/>
                </a:ext>
              </a:extLst>
            </p:cNvPr>
            <p:cNvSpPr/>
            <p:nvPr/>
          </p:nvSpPr>
          <p:spPr>
            <a:xfrm>
              <a:off x="2070190" y="931978"/>
              <a:ext cx="4300129" cy="4215319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E45B4A19-9192-14A4-966E-D560A4801657}"/>
              </a:ext>
            </a:extLst>
          </p:cNvPr>
          <p:cNvCxnSpPr>
            <a:cxnSpLocks/>
            <a:stCxn id="36" idx="4"/>
            <a:endCxn id="43" idx="2"/>
          </p:cNvCxnSpPr>
          <p:nvPr/>
        </p:nvCxnSpPr>
        <p:spPr>
          <a:xfrm>
            <a:off x="6468329" y="5905021"/>
            <a:ext cx="1863668" cy="5079"/>
          </a:xfrm>
          <a:prstGeom prst="curvedConnector4">
            <a:avLst>
              <a:gd name="adj1" fmla="val 11376"/>
              <a:gd name="adj2" fmla="val 460088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3FD89686-8097-66EA-DEE6-0B08C0AFEEE1}"/>
              </a:ext>
            </a:extLst>
          </p:cNvPr>
          <p:cNvCxnSpPr>
            <a:cxnSpLocks/>
            <a:stCxn id="38" idx="3"/>
          </p:cNvCxnSpPr>
          <p:nvPr/>
        </p:nvCxnSpPr>
        <p:spPr>
          <a:xfrm flipH="1" flipV="1">
            <a:off x="10389894" y="1777063"/>
            <a:ext cx="1361419" cy="2680158"/>
          </a:xfrm>
          <a:prstGeom prst="curvedConnector4">
            <a:avLst>
              <a:gd name="adj1" fmla="val -16791"/>
              <a:gd name="adj2" fmla="val 53445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ylinder 51">
            <a:extLst>
              <a:ext uri="{FF2B5EF4-FFF2-40B4-BE49-F238E27FC236}">
                <a16:creationId xmlns:a16="http://schemas.microsoft.com/office/drawing/2014/main" id="{56DF1465-D16B-94F1-945D-543E51C5376C}"/>
              </a:ext>
            </a:extLst>
          </p:cNvPr>
          <p:cNvSpPr/>
          <p:nvPr/>
        </p:nvSpPr>
        <p:spPr>
          <a:xfrm>
            <a:off x="1448179" y="5157877"/>
            <a:ext cx="1164306" cy="164122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UPS</a:t>
            </a:r>
          </a:p>
          <a:p>
            <a:pPr algn="ctr"/>
            <a:r>
              <a:rPr lang="en-US" dirty="0"/>
              <a:t>BACKUP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8B085F4-7EB2-D127-BDFA-6ECF5FF145BB}"/>
              </a:ext>
            </a:extLst>
          </p:cNvPr>
          <p:cNvCxnSpPr>
            <a:cxnSpLocks/>
            <a:stCxn id="37" idx="0"/>
            <a:endCxn id="30" idx="2"/>
          </p:cNvCxnSpPr>
          <p:nvPr/>
        </p:nvCxnSpPr>
        <p:spPr>
          <a:xfrm flipH="1" flipV="1">
            <a:off x="9191174" y="1879600"/>
            <a:ext cx="148497" cy="1656080"/>
          </a:xfrm>
          <a:prstGeom prst="straightConnector1">
            <a:avLst/>
          </a:prstGeom>
          <a:ln w="50800">
            <a:solidFill>
              <a:schemeClr val="accent1">
                <a:lumMod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DCC1DC-4B91-7993-EC68-AD510776BD3B}"/>
              </a:ext>
            </a:extLst>
          </p:cNvPr>
          <p:cNvCxnSpPr>
            <a:cxnSpLocks/>
            <a:stCxn id="18" idx="3"/>
            <a:endCxn id="30" idx="2"/>
          </p:cNvCxnSpPr>
          <p:nvPr/>
        </p:nvCxnSpPr>
        <p:spPr>
          <a:xfrm flipV="1">
            <a:off x="6370320" y="1879600"/>
            <a:ext cx="2820854" cy="1127760"/>
          </a:xfrm>
          <a:prstGeom prst="straightConnector1">
            <a:avLst/>
          </a:prstGeom>
          <a:ln w="50800">
            <a:solidFill>
              <a:schemeClr val="accent1">
                <a:lumMod val="9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1FC6E247-234C-37B1-41A6-A392120B0B17}"/>
              </a:ext>
            </a:extLst>
          </p:cNvPr>
          <p:cNvSpPr/>
          <p:nvPr/>
        </p:nvSpPr>
        <p:spPr>
          <a:xfrm>
            <a:off x="10531900" y="6400800"/>
            <a:ext cx="1139400" cy="292100"/>
          </a:xfrm>
          <a:prstGeom prst="roundRect">
            <a:avLst/>
          </a:prstGeom>
          <a:solidFill>
            <a:srgbClr val="B2F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2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DE2079-6547-78F7-DD76-5027F2340626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SDLC Document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9CDD4-DCAE-53DE-6C1D-8572F746CCCC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Database Structure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FC8E20-726D-9014-ECC9-FB05D7B77621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Database Schema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4E9FE-3273-7C99-8145-10CC82A2C361}"/>
              </a:ext>
            </a:extLst>
          </p:cNvPr>
          <p:cNvSpPr>
            <a:spLocks noGrp="1"/>
          </p:cNvSpPr>
          <p:nvPr>
            <p:ph type="body" idx="25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Overview of database schema including SQLite and PostgreSQL with key tables.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271580-1194-120B-D54E-7C0A9A7C66A2}"/>
              </a:ext>
            </a:extLst>
          </p:cNvPr>
          <p:cNvSpPr/>
          <p:nvPr/>
        </p:nvSpPr>
        <p:spPr>
          <a:xfrm>
            <a:off x="8077200" y="6294494"/>
            <a:ext cx="3594100" cy="398406"/>
          </a:xfrm>
          <a:prstGeom prst="roundRect">
            <a:avLst/>
          </a:prstGeom>
          <a:gradFill flip="none" rotWithShape="1">
            <a:gsLst>
              <a:gs pos="0">
                <a:srgbClr val="B5F8CC">
                  <a:shade val="30000"/>
                  <a:satMod val="115000"/>
                </a:srgbClr>
              </a:gs>
              <a:gs pos="50000">
                <a:srgbClr val="B5F8CC">
                  <a:shade val="67500"/>
                  <a:satMod val="115000"/>
                </a:srgbClr>
              </a:gs>
              <a:gs pos="100000">
                <a:srgbClr val="B5F8C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be detailed later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BF513B-D0E0-1B66-DDF4-8FDD0214CAA0}"/>
              </a:ext>
            </a:extLst>
          </p:cNvPr>
          <p:cNvSpPr/>
          <p:nvPr/>
        </p:nvSpPr>
        <p:spPr>
          <a:xfrm>
            <a:off x="1041400" y="1777414"/>
            <a:ext cx="2781300" cy="36194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2"/>
                </a:solidFill>
              </a:rPr>
              <a:t>Tables to include:</a:t>
            </a:r>
          </a:p>
          <a:p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2"/>
                </a:solidFill>
              </a:rPr>
              <a:t>Customers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2"/>
                </a:solidFill>
              </a:rPr>
              <a:t>Orders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2"/>
                </a:solidFill>
              </a:rPr>
              <a:t>OrderItems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2"/>
                </a:solidFill>
              </a:rPr>
              <a:t>Payments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2"/>
                </a:solidFill>
              </a:rPr>
              <a:t>Invoices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2"/>
                </a:solidFill>
              </a:rPr>
              <a:t>Machines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2"/>
                </a:solidFill>
              </a:rPr>
              <a:t>Users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2"/>
                </a:solidFill>
              </a:rPr>
              <a:t>Promotions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2"/>
                </a:solidFill>
              </a:rPr>
              <a:t>SyncQueue</a:t>
            </a:r>
          </a:p>
        </p:txBody>
      </p:sp>
    </p:spTree>
    <p:extLst>
      <p:ext uri="{BB962C8B-B14F-4D97-AF65-F5344CB8AC3E}">
        <p14:creationId xmlns:p14="http://schemas.microsoft.com/office/powerpoint/2010/main" val="3686225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53200F-EEF6-91C4-C62C-EC879AD10B34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SDLC Document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8B45C-8C75-C451-61F4-C0F26AF32194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Classes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4C2B59-66AC-1038-C61D-044CBA4589B5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Class Diagram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74F3B4-7544-8839-6C95-F77107275969}"/>
              </a:ext>
            </a:extLst>
          </p:cNvPr>
          <p:cNvSpPr>
            <a:spLocks noGrp="1"/>
          </p:cNvSpPr>
          <p:nvPr>
            <p:ph type="body" idx="25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Key classes include Customer, Order, OrderItem, Payment, Invoice, Machine, User, Role, Promotion, EBMService, IoTService, SyncManager.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437228-5F2D-E6F6-690D-E50C0E8B501A}"/>
              </a:ext>
            </a:extLst>
          </p:cNvPr>
          <p:cNvSpPr>
            <a:spLocks noGrp="1"/>
          </p:cNvSpPr>
          <p:nvPr>
            <p:ph type="body" idx="28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Include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7DBEA4-47BD-BD88-5691-47328EF14BB8}"/>
              </a:ext>
            </a:extLst>
          </p:cNvPr>
          <p:cNvSpPr>
            <a:spLocks noGrp="1"/>
          </p:cNvSpPr>
          <p:nvPr>
            <p:ph type="body" idx="29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Focus on attributes, methods, and relationships such as association and aggregation.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B78EAE-F933-A89F-A3D6-06C05A3E2C2D}"/>
              </a:ext>
            </a:extLst>
          </p:cNvPr>
          <p:cNvSpPr/>
          <p:nvPr/>
        </p:nvSpPr>
        <p:spPr>
          <a:xfrm>
            <a:off x="10531900" y="6400800"/>
            <a:ext cx="1139400" cy="292100"/>
          </a:xfrm>
          <a:prstGeom prst="roundRect">
            <a:avLst/>
          </a:prstGeom>
          <a:solidFill>
            <a:srgbClr val="CAF8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81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780195-09CB-C437-EEDA-265ADC5E9BA9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SDLC Document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6B0B8-1814-3A19-149A-57F06EC2243C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Data Flow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D4570B-18A4-DAD1-85EC-FE7FE7CE732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Data Flow Diagram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5A4E46-5111-3768-40B7-E9300C3D075F}"/>
              </a:ext>
            </a:extLst>
          </p:cNvPr>
          <p:cNvSpPr>
            <a:spLocks noGrp="1"/>
          </p:cNvSpPr>
          <p:nvPr>
            <p:ph type="body" idx="25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Customer interacts with POS, which connects to various systems including Payment Gateway and Local Database.</a:t>
            </a:r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6C0C296-E546-EE77-D09D-79C88865282A}"/>
              </a:ext>
            </a:extLst>
          </p:cNvPr>
          <p:cNvPicPr>
            <a:picLocks noGrp="1" noChangeAspect="1"/>
          </p:cNvPicPr>
          <p:nvPr>
            <p:ph type="pic" sz="quarter" idx="27"/>
            <p:custDataLst>
              <p:tags r:id="rId5"/>
            </p:custDataLst>
          </p:nvPr>
        </p:nvPicPr>
        <p:blipFill>
          <a:blip r:embed="rId7"/>
          <a:srcRect l="65" r="65"/>
          <a:stretch>
            <a:fillRect/>
          </a:stretch>
        </p:blipFill>
        <p:spPr>
          <a:xfrm>
            <a:off x="8085772" y="584200"/>
            <a:ext cx="3763328" cy="606344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50720A-9767-761B-A8BE-A6D4B7A23D76}"/>
              </a:ext>
            </a:extLst>
          </p:cNvPr>
          <p:cNvSpPr txBox="1"/>
          <p:nvPr/>
        </p:nvSpPr>
        <p:spPr>
          <a:xfrm>
            <a:off x="3112136" y="4663830"/>
            <a:ext cx="45205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Flow: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/>
              <a:t>Customer → POS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/>
              <a:t>POS → Payment Gateway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/>
              <a:t>POS → EBM System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/>
              <a:t>POS → Receipt Printer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/>
              <a:t>POS → Local Database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/>
              <a:t>Local Database → Cloud Backend</a:t>
            </a:r>
          </a:p>
        </p:txBody>
      </p:sp>
    </p:spTree>
    <p:extLst>
      <p:ext uri="{BB962C8B-B14F-4D97-AF65-F5344CB8AC3E}">
        <p14:creationId xmlns:p14="http://schemas.microsoft.com/office/powerpoint/2010/main" val="101370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933F-0A0E-9A13-3796-087BD9B6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D551CC-004A-2DF4-BA36-618A0BC20777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SDLC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D0DCD4-5A3A-4E01-8188-7B376CE6C81A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Customer interacts with POS, which connects to various systems including Payment Gateway and Local Database.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0411C3-EBC2-9929-67B8-95AFF0A25D50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1920" y="2175630"/>
            <a:ext cx="5398828" cy="2511457"/>
          </a:xfrm>
        </p:spPr>
        <p:txBody>
          <a:bodyPr/>
          <a:lstStyle/>
          <a:p>
            <a:r>
              <a:rPr lang="en-US" dirty="0"/>
              <a:t>Sequence Diagram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07E401-2F9D-EE75-3E0F-DEEE65E0041C}"/>
              </a:ext>
            </a:extLst>
          </p:cNvPr>
          <p:cNvSpPr/>
          <p:nvPr/>
        </p:nvSpPr>
        <p:spPr>
          <a:xfrm>
            <a:off x="10531900" y="6400800"/>
            <a:ext cx="1139400" cy="292100"/>
          </a:xfrm>
          <a:prstGeom prst="roundRect">
            <a:avLst/>
          </a:prstGeom>
          <a:solidFill>
            <a:srgbClr val="B3F8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21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81457A4-9AF9-378C-E639-F01BC0214F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64323" y="566302"/>
            <a:ext cx="4823727" cy="184666"/>
          </a:xfrm>
        </p:spPr>
        <p:txBody>
          <a:bodyPr/>
          <a:lstStyle/>
          <a:p>
            <a:r>
              <a:rPr lang="en-US" dirty="0"/>
              <a:t>SDLC Document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D36B7-773F-4EC6-1EF5-03ED133381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AEF8C8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99" y="943276"/>
            <a:ext cx="10952093" cy="578478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5C6684B-E7E7-7741-0AF3-79456375765B}"/>
              </a:ext>
            </a:extLst>
          </p:cNvPr>
          <p:cNvSpPr/>
          <p:nvPr/>
        </p:nvSpPr>
        <p:spPr>
          <a:xfrm>
            <a:off x="11485092" y="81646"/>
            <a:ext cx="685800" cy="6693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08577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EBD4CAA-3689-32F4-7945-BB8A80A3C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641518"/>
            <a:ext cx="10490200" cy="539098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A9ACFD-02FA-768E-7E8D-E801EEDE92B7}"/>
              </a:ext>
            </a:extLst>
          </p:cNvPr>
          <p:cNvSpPr/>
          <p:nvPr/>
        </p:nvSpPr>
        <p:spPr>
          <a:xfrm>
            <a:off x="10531900" y="6400800"/>
            <a:ext cx="1139400" cy="292100"/>
          </a:xfrm>
          <a:prstGeom prst="roundRect">
            <a:avLst/>
          </a:prstGeom>
          <a:solidFill>
            <a:srgbClr val="B3F8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6D11C3-77DD-FC27-8508-090F6DADF1BA}"/>
              </a:ext>
            </a:extLst>
          </p:cNvPr>
          <p:cNvSpPr/>
          <p:nvPr/>
        </p:nvSpPr>
        <p:spPr>
          <a:xfrm>
            <a:off x="11485092" y="81646"/>
            <a:ext cx="685800" cy="6693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54992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2899B-C834-8893-D31D-35DA209E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5E5C69-882F-F0C5-435C-9503657F51A2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SDLC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668FC-9B93-4AD9-9A78-D04F9E2148D7}"/>
              </a:ext>
            </a:extLst>
          </p:cNvPr>
          <p:cNvSpPr>
            <a:spLocks noGrp="1"/>
          </p:cNvSpPr>
          <p:nvPr>
            <p:ph type="body" idx="26"/>
            <p:custDataLst>
              <p:tags r:id="rId2"/>
            </p:custDataLst>
          </p:nvPr>
        </p:nvSpPr>
        <p:spPr>
          <a:xfrm>
            <a:off x="944497" y="3798087"/>
            <a:ext cx="5263378" cy="1384995"/>
          </a:xfrm>
        </p:spPr>
        <p:txBody>
          <a:bodyPr/>
          <a:lstStyle/>
          <a:p>
            <a:r>
              <a:rPr lang="en-US" dirty="0"/>
              <a:t>Laundry Order Flow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49C7D4-8902-886A-EF8D-56EC3AD0EE1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89220" y="1286630"/>
            <a:ext cx="5398828" cy="2511457"/>
          </a:xfrm>
        </p:spPr>
        <p:txBody>
          <a:bodyPr/>
          <a:lstStyle/>
          <a:p>
            <a:r>
              <a:rPr lang="en-US" dirty="0"/>
              <a:t>Activity Diagram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827576-E4FF-4E7D-2E6F-1460C269B220}"/>
              </a:ext>
            </a:extLst>
          </p:cNvPr>
          <p:cNvSpPr/>
          <p:nvPr/>
        </p:nvSpPr>
        <p:spPr>
          <a:xfrm>
            <a:off x="10531900" y="6400800"/>
            <a:ext cx="1139400" cy="292100"/>
          </a:xfrm>
          <a:prstGeom prst="roundRect">
            <a:avLst/>
          </a:prstGeom>
          <a:solidFill>
            <a:srgbClr val="B3F8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6C2021-2C1A-9892-6580-3D037F89CAA4}"/>
              </a:ext>
            </a:extLst>
          </p:cNvPr>
          <p:cNvSpPr/>
          <p:nvPr/>
        </p:nvSpPr>
        <p:spPr>
          <a:xfrm>
            <a:off x="8509000" y="190403"/>
            <a:ext cx="1790700" cy="5356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Start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BF77FC-41B5-6D94-3973-5BA6B0762FA4}"/>
              </a:ext>
            </a:extLst>
          </p:cNvPr>
          <p:cNvSpPr/>
          <p:nvPr/>
        </p:nvSpPr>
        <p:spPr>
          <a:xfrm>
            <a:off x="8013700" y="1209656"/>
            <a:ext cx="2781300" cy="71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Select Service</a:t>
            </a:r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E5EE653E-9DF6-8B34-7F7D-DFE90037B5AD}"/>
              </a:ext>
            </a:extLst>
          </p:cNvPr>
          <p:cNvSpPr/>
          <p:nvPr/>
        </p:nvSpPr>
        <p:spPr>
          <a:xfrm>
            <a:off x="9916467" y="2345860"/>
            <a:ext cx="2013722" cy="1029487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Choose Water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0F2B47-16A9-C5EA-9D07-F1F63840EADA}"/>
              </a:ext>
            </a:extLst>
          </p:cNvPr>
          <p:cNvSpPr/>
          <p:nvPr/>
        </p:nvSpPr>
        <p:spPr>
          <a:xfrm>
            <a:off x="8317016" y="2505003"/>
            <a:ext cx="1172693" cy="71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Hot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04E30D-0599-266E-8EC5-5B65F6D74079}"/>
              </a:ext>
            </a:extLst>
          </p:cNvPr>
          <p:cNvSpPr/>
          <p:nvPr/>
        </p:nvSpPr>
        <p:spPr>
          <a:xfrm>
            <a:off x="10367934" y="3872705"/>
            <a:ext cx="1172693" cy="71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Cold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21EC2C-07D8-8190-404B-6921305F7A71}"/>
              </a:ext>
            </a:extLst>
          </p:cNvPr>
          <p:cNvSpPr/>
          <p:nvPr/>
        </p:nvSpPr>
        <p:spPr>
          <a:xfrm>
            <a:off x="8348947" y="5046865"/>
            <a:ext cx="1172693" cy="71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Payment</a:t>
            </a:r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8E210A8B-BA2F-148F-E3C3-2430D0FA56D0}"/>
              </a:ext>
            </a:extLst>
          </p:cNvPr>
          <p:cNvSpPr/>
          <p:nvPr/>
        </p:nvSpPr>
        <p:spPr>
          <a:xfrm>
            <a:off x="7928433" y="3730946"/>
            <a:ext cx="2013722" cy="1029487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Add Iron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020473-8985-3764-727C-76233C83607B}"/>
              </a:ext>
            </a:extLst>
          </p:cNvPr>
          <p:cNvSpPr/>
          <p:nvPr/>
        </p:nvSpPr>
        <p:spPr>
          <a:xfrm>
            <a:off x="7913428" y="6068435"/>
            <a:ext cx="2781300" cy="71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Generate Invoice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F5AF72-5AA1-AAC0-EE28-1C8DE72AA640}"/>
              </a:ext>
            </a:extLst>
          </p:cNvPr>
          <p:cNvSpPr/>
          <p:nvPr/>
        </p:nvSpPr>
        <p:spPr>
          <a:xfrm>
            <a:off x="4914900" y="5359400"/>
            <a:ext cx="2021956" cy="71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Print Receipt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A6DC53-F4F2-99A7-BC4A-364CB1FA5E88}"/>
              </a:ext>
            </a:extLst>
          </p:cNvPr>
          <p:cNvSpPr/>
          <p:nvPr/>
        </p:nvSpPr>
        <p:spPr>
          <a:xfrm>
            <a:off x="4899616" y="4030432"/>
            <a:ext cx="2021956" cy="71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Start Machine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6B358C6-878A-E852-0516-757DCB8581B7}"/>
              </a:ext>
            </a:extLst>
          </p:cNvPr>
          <p:cNvSpPr/>
          <p:nvPr/>
        </p:nvSpPr>
        <p:spPr>
          <a:xfrm>
            <a:off x="5030527" y="2878422"/>
            <a:ext cx="1790700" cy="5356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End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B4654D-28EE-611D-04E3-907042B6E711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9404350" y="726065"/>
            <a:ext cx="0" cy="48359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3DA99BF-E597-443D-BE88-D737C3856DE6}"/>
              </a:ext>
            </a:extLst>
          </p:cNvPr>
          <p:cNvCxnSpPr>
            <a:cxnSpLocks/>
            <a:stCxn id="8" idx="3"/>
            <a:endCxn id="10" idx="3"/>
          </p:cNvCxnSpPr>
          <p:nvPr/>
        </p:nvCxnSpPr>
        <p:spPr>
          <a:xfrm>
            <a:off x="10795000" y="1565256"/>
            <a:ext cx="1135189" cy="1295348"/>
          </a:xfrm>
          <a:prstGeom prst="bentConnector3">
            <a:avLst>
              <a:gd name="adj1" fmla="val 120138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3934DBB-3DA7-9832-C124-4FFA6DE65646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 flipV="1">
            <a:off x="9489709" y="2860603"/>
            <a:ext cx="426758" cy="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CF2692F-1341-CD89-EB7E-0C66B1C6DD5A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10923328" y="3375347"/>
            <a:ext cx="30953" cy="49735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C6C6659-A4D0-DA2A-5E1D-5FFA05304CFC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8903363" y="3216203"/>
            <a:ext cx="31931" cy="51474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5C8BE1-DA9B-71E8-9C4A-D3DA7A40E942}"/>
              </a:ext>
            </a:extLst>
          </p:cNvPr>
          <p:cNvCxnSpPr>
            <a:cxnSpLocks/>
            <a:stCxn id="12" idx="1"/>
            <a:endCxn id="14" idx="3"/>
          </p:cNvCxnSpPr>
          <p:nvPr/>
        </p:nvCxnSpPr>
        <p:spPr>
          <a:xfrm flipH="1">
            <a:off x="9942155" y="4228305"/>
            <a:ext cx="425779" cy="1738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B261B52-F6A8-2D97-8A96-259C6AE09AD6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8935294" y="4760433"/>
            <a:ext cx="0" cy="28643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9229D010-05C1-247B-E0CB-1C0AFDF33959}"/>
              </a:ext>
            </a:extLst>
          </p:cNvPr>
          <p:cNvCxnSpPr>
            <a:cxnSpLocks/>
            <a:stCxn id="13" idx="3"/>
            <a:endCxn id="15" idx="3"/>
          </p:cNvCxnSpPr>
          <p:nvPr/>
        </p:nvCxnSpPr>
        <p:spPr>
          <a:xfrm>
            <a:off x="9521640" y="5402465"/>
            <a:ext cx="1173088" cy="1021570"/>
          </a:xfrm>
          <a:prstGeom prst="bentConnector3">
            <a:avLst>
              <a:gd name="adj1" fmla="val 119487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FA904E59-87B6-27A8-EFF3-E248C3D12E7C}"/>
              </a:ext>
            </a:extLst>
          </p:cNvPr>
          <p:cNvCxnSpPr>
            <a:cxnSpLocks/>
            <a:stCxn id="15" idx="1"/>
            <a:endCxn id="16" idx="2"/>
          </p:cNvCxnSpPr>
          <p:nvPr/>
        </p:nvCxnSpPr>
        <p:spPr>
          <a:xfrm rot="10800000">
            <a:off x="5925878" y="6070601"/>
            <a:ext cx="1987550" cy="353435"/>
          </a:xfrm>
          <a:prstGeom prst="bent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A9CC618-6669-A276-A7FB-FA962713B939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flipH="1" flipV="1">
            <a:off x="5910594" y="4741632"/>
            <a:ext cx="15284" cy="6177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DCFAF41-6E32-4089-9EC4-FFCFCDEB8502}"/>
              </a:ext>
            </a:extLst>
          </p:cNvPr>
          <p:cNvCxnSpPr>
            <a:cxnSpLocks/>
            <a:stCxn id="17" idx="0"/>
            <a:endCxn id="18" idx="4"/>
          </p:cNvCxnSpPr>
          <p:nvPr/>
        </p:nvCxnSpPr>
        <p:spPr>
          <a:xfrm flipV="1">
            <a:off x="5910594" y="3414084"/>
            <a:ext cx="15283" cy="6163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799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CBCB0D-E97C-ADB3-5F72-3A207B96AF97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E2FF69-B7E3-11C4-CB87-116AA54E1EC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100-Day Timeline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9ACA0-2F84-2FBF-E4F4-5E7FFE13A4C6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Initial phase focusing on gathering requirements and analyzing project needs.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01A5B1-BDB8-69D3-991C-FA44208542CD}"/>
              </a:ext>
            </a:extLst>
          </p:cNvPr>
          <p:cNvSpPr>
            <a:spLocks noGrp="1"/>
          </p:cNvSpPr>
          <p:nvPr>
            <p:ph type="body" idx="29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Designing the system architecture and user interface.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306944-C189-3F14-8AE5-8B17177A5F99}"/>
              </a:ext>
            </a:extLst>
          </p:cNvPr>
          <p:cNvSpPr>
            <a:spLocks noGrp="1"/>
          </p:cNvSpPr>
          <p:nvPr>
            <p:ph type="body" idx="3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Requirements &amp; Analysis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FCD22A-C1FD-913E-611C-BBCE4431B4FD}"/>
              </a:ext>
            </a:extLst>
          </p:cNvPr>
          <p:cNvSpPr>
            <a:spLocks noGrp="1"/>
          </p:cNvSpPr>
          <p:nvPr>
            <p:ph type="body" idx="3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Architecture &amp; UI Design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7F61FB-12CD-E419-E2A0-63370AC9092C}"/>
              </a:ext>
            </a:extLst>
          </p:cNvPr>
          <p:cNvSpPr>
            <a:spLocks noGrp="1"/>
          </p:cNvSpPr>
          <p:nvPr>
            <p:ph type="body" idx="3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dirty="0"/>
              <a:t>Development of the Point-of-Sale system.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EA8C3F-0D50-7A9A-EDE1-AE21E3C9112A}"/>
              </a:ext>
            </a:extLst>
          </p:cNvPr>
          <p:cNvSpPr>
            <a:spLocks noGrp="1"/>
          </p:cNvSpPr>
          <p:nvPr>
            <p:ph type="body" idx="40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POS Development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8C021E-3DF7-E6F8-6862-96A091A5D7F1}"/>
              </a:ext>
            </a:extLst>
          </p:cNvPr>
          <p:cNvSpPr>
            <a:spLocks noGrp="1"/>
          </p:cNvSpPr>
          <p:nvPr>
            <p:ph type="body" idx="4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Days 1–10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C9B591F-9B22-7B38-E492-C88A475FEDAC}"/>
              </a:ext>
            </a:extLst>
          </p:cNvPr>
          <p:cNvSpPr>
            <a:spLocks noGrp="1"/>
          </p:cNvSpPr>
          <p:nvPr>
            <p:ph type="body" idx="43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/>
              <a:t>11–20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00D49D2-7B89-A971-580E-767B0787B648}"/>
              </a:ext>
            </a:extLst>
          </p:cNvPr>
          <p:cNvSpPr>
            <a:spLocks noGrp="1"/>
          </p:cNvSpPr>
          <p:nvPr>
            <p:ph type="body" idx="44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21–45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D78FD3-A65F-7554-6611-AB97E3C97FF4}"/>
              </a:ext>
            </a:extLst>
          </p:cNvPr>
          <p:cNvSpPr>
            <a:spLocks noGrp="1"/>
          </p:cNvSpPr>
          <p:nvPr>
            <p:ph type="body" idx="45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Integrating Internet of Things components.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6DF69AD-2527-B5E2-553E-84F36C448B5E}"/>
              </a:ext>
            </a:extLst>
          </p:cNvPr>
          <p:cNvSpPr>
            <a:spLocks noGrp="1"/>
          </p:cNvSpPr>
          <p:nvPr>
            <p:ph type="body" idx="46"/>
            <p:custDataLst>
              <p:tags r:id="rId13"/>
            </p:custDataLst>
          </p:nvPr>
        </p:nvSpPr>
        <p:spPr/>
        <p:txBody>
          <a:bodyPr/>
          <a:lstStyle/>
          <a:p>
            <a:r>
              <a:rPr lang="en-US"/>
              <a:t>IoT Integration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67178A-C1A1-0CD0-B11F-848BCB171824}"/>
              </a:ext>
            </a:extLst>
          </p:cNvPr>
          <p:cNvSpPr>
            <a:spLocks noGrp="1"/>
          </p:cNvSpPr>
          <p:nvPr>
            <p:ph type="body" idx="47"/>
            <p:custDataLst>
              <p:tags r:id="rId14"/>
            </p:custDataLst>
          </p:nvPr>
        </p:nvSpPr>
        <p:spPr/>
        <p:txBody>
          <a:bodyPr/>
          <a:lstStyle/>
          <a:p>
            <a:r>
              <a:rPr lang="en-US"/>
              <a:t>50–70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58EF88-18B5-54FF-79F6-1A6B16E2AB3D}"/>
              </a:ext>
            </a:extLst>
          </p:cNvPr>
          <p:cNvSpPr>
            <a:spLocks noGrp="1"/>
          </p:cNvSpPr>
          <p:nvPr>
            <p:ph type="body" idx="48"/>
            <p:custDataLst>
              <p:tags r:id="rId15"/>
            </p:custDataLst>
          </p:nvPr>
        </p:nvSpPr>
        <p:spPr/>
        <p:txBody>
          <a:bodyPr/>
          <a:lstStyle/>
          <a:p>
            <a:r>
              <a:rPr lang="en-US" dirty="0"/>
              <a:t>Building backend systems and web administration tools.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0481275-2170-E2CA-F596-6C1165705B81}"/>
              </a:ext>
            </a:extLst>
          </p:cNvPr>
          <p:cNvSpPr>
            <a:spLocks noGrp="1"/>
          </p:cNvSpPr>
          <p:nvPr>
            <p:ph type="body" idx="49"/>
            <p:custDataLst>
              <p:tags r:id="rId16"/>
            </p:custDataLst>
          </p:nvPr>
        </p:nvSpPr>
        <p:spPr/>
        <p:txBody>
          <a:bodyPr/>
          <a:lstStyle/>
          <a:p>
            <a:r>
              <a:rPr lang="en-US"/>
              <a:t>Backend &amp; Web Admin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027B6EA-15A1-80C9-9FF7-AB4BF2B92F75}"/>
              </a:ext>
            </a:extLst>
          </p:cNvPr>
          <p:cNvSpPr>
            <a:spLocks noGrp="1"/>
          </p:cNvSpPr>
          <p:nvPr>
            <p:ph type="body" idx="50"/>
            <p:custDataLst>
              <p:tags r:id="rId17"/>
            </p:custDataLst>
          </p:nvPr>
        </p:nvSpPr>
        <p:spPr/>
        <p:txBody>
          <a:bodyPr/>
          <a:lstStyle/>
          <a:p>
            <a:r>
              <a:rPr lang="en-US"/>
              <a:t>30–60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A2B9DA5-A694-207E-19AE-C448DFBA1E00}"/>
              </a:ext>
            </a:extLst>
          </p:cNvPr>
          <p:cNvSpPr>
            <a:spLocks noGrp="1"/>
          </p:cNvSpPr>
          <p:nvPr>
            <p:ph type="body" idx="51"/>
            <p:custDataLst>
              <p:tags r:id="rId18"/>
            </p:custDataLst>
          </p:nvPr>
        </p:nvSpPr>
        <p:spPr/>
        <p:txBody>
          <a:bodyPr/>
          <a:lstStyle/>
          <a:p>
            <a:r>
              <a:rPr lang="en-US" dirty="0"/>
              <a:t>Integrating RRA Electronic Billing Machine systems.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EB6631F-0C46-73C6-3918-DDEDFCF3661E}"/>
              </a:ext>
            </a:extLst>
          </p:cNvPr>
          <p:cNvSpPr>
            <a:spLocks noGrp="1"/>
          </p:cNvSpPr>
          <p:nvPr>
            <p:ph type="body" idx="52"/>
            <p:custDataLst>
              <p:tags r:id="rId19"/>
            </p:custDataLst>
          </p:nvPr>
        </p:nvSpPr>
        <p:spPr/>
        <p:txBody>
          <a:bodyPr/>
          <a:lstStyle/>
          <a:p>
            <a:r>
              <a:rPr lang="en-US" dirty="0"/>
              <a:t>EBM Integration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5564A51-33E8-89E9-ADD8-254B930EC646}"/>
              </a:ext>
            </a:extLst>
          </p:cNvPr>
          <p:cNvSpPr>
            <a:spLocks noGrp="1"/>
          </p:cNvSpPr>
          <p:nvPr>
            <p:ph type="body" idx="53"/>
            <p:custDataLst>
              <p:tags r:id="rId20"/>
            </p:custDataLst>
          </p:nvPr>
        </p:nvSpPr>
        <p:spPr/>
        <p:txBody>
          <a:bodyPr/>
          <a:lstStyle/>
          <a:p>
            <a:r>
              <a:rPr lang="en-US"/>
              <a:t>65–80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A85E792-6DD1-37C7-40EC-6CF099B954F7}"/>
              </a:ext>
            </a:extLst>
          </p:cNvPr>
          <p:cNvSpPr/>
          <p:nvPr/>
        </p:nvSpPr>
        <p:spPr>
          <a:xfrm>
            <a:off x="10531900" y="6400800"/>
            <a:ext cx="1139400" cy="292100"/>
          </a:xfrm>
          <a:prstGeom prst="roundRect">
            <a:avLst/>
          </a:prstGeom>
          <a:solidFill>
            <a:srgbClr val="B7F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95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4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Nam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Nam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Nam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Nam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Val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Val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Val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Val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Nam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Nam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Nam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Nam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Val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Val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Val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Val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7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MAGE_SOURCE_URL" val="ai-images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MAGE_SOURCE_URL" val="ai-images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heme/theme1.xml><?xml version="1.0" encoding="utf-8"?>
<a:theme xmlns:a="http://schemas.openxmlformats.org/drawingml/2006/main" name="Oslo">
  <a:themeElements>
    <a:clrScheme name="Oslo Mint">
      <a:dk1>
        <a:srgbClr val="353535"/>
      </a:dk1>
      <a:lt1>
        <a:sysClr val="window" lastClr="FFFFFF"/>
      </a:lt1>
      <a:dk2>
        <a:srgbClr val="353535"/>
      </a:dk2>
      <a:lt2>
        <a:srgbClr val="FFFFFF"/>
      </a:lt2>
      <a:accent1>
        <a:srgbClr val="AEF8C8"/>
      </a:accent1>
      <a:accent2>
        <a:srgbClr val="353535"/>
      </a:accent2>
      <a:accent3>
        <a:srgbClr val="BBBBBB"/>
      </a:accent3>
      <a:accent4>
        <a:srgbClr val="D2D2D2"/>
      </a:accent4>
      <a:accent5>
        <a:srgbClr val="E8E8E8"/>
      </a:accent5>
      <a:accent6>
        <a:srgbClr val="F2F2F2"/>
      </a:accent6>
      <a:hlink>
        <a:srgbClr val="BFBFBF"/>
      </a:hlink>
      <a:folHlink>
        <a:srgbClr val="8F8F8F"/>
      </a:folHlink>
    </a:clrScheme>
    <a:fontScheme name="Oslo">
      <a:majorFont>
        <a:latin typeface="Trebuchet MS"/>
        <a:ea typeface=""/>
        <a:cs typeface=""/>
      </a:majorFont>
      <a:minorFont>
        <a:latin typeface="Segoe U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846EDF2-2750-4C09-B642-279F48B9B135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482B682-ECB3-449A-AE46-11ECD6DA3358}">
  <we:reference id="wa200005566" version="3.0.0.3" store="en-US" storeType="OMEX"/>
  <we:alternateReferences>
    <we:reference id="wa200005566" version="3.0.0.3" store="wa200005566" storeType="OMEX"/>
  </we:alternateReferences>
  <we:properties>
    <we:property name="theme" value="{&quot;name&quot;:&quot;Oslo&quot;,&quot;color&quot;:&quot;#AEF8C8&quot;,&quot;colorPalette&quot;:[&quot;353535&quot;,&quot;FFFFFF&quot;,&quot;353535&quot;,&quot;FFFFFF&quot;,&quot;AEF8C8&quot;,&quot;353535&quot;,&quot;BBBBBB&quot;,&quot;D2D2D2&quot;,&quot;E8E8E8&quot;,&quot;F2F2F2&quot;,&quot;BFBFBF&quot;,&quot;8F8F8F&quot;],&quot;previewImages&quot;:[&quot;https://cpp.appsdowonders.com/assets/SlideTitle.webp&quot;,&quot;https://cpp.appsdowonders.com/assets/SlideAgenda.webp&quot;,&quot;https://cpp.appsdowonders.com/assets/SlideTextbox1V1.webp&quot;,&quot;https://cpp.appsdowonders.com/assets/SlideTextbox3V1.webp&quot;,&quot;https://cpp.appsdowonders.com/assets/SlideTable.webp&quot;,&quot;https://cpp.appsdowonders.com/assets/SlideTimelineV6.webp&quot;],&quot;isDefault&quot;:true,&quot;previewAnimation&quot;:&quot;https://cpp.appsdowonders.com/assets/oslo-preview.gif&quot;,&quot;index&quot;:0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431</Words>
  <Application>Microsoft Office PowerPoint</Application>
  <PresentationFormat>Widescreen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Courier New</vt:lpstr>
      <vt:lpstr>Segoe UI</vt:lpstr>
      <vt:lpstr>Trebuchet MS</vt:lpstr>
      <vt:lpstr>Wingdings</vt:lpstr>
      <vt:lpstr>Oslo</vt:lpstr>
      <vt:lpstr>LAUNDROMAT SYSTEM DOCUMENTATION</vt:lpstr>
      <vt:lpstr>Use Case Diagram</vt:lpstr>
      <vt:lpstr>PowerPoint Presentation</vt:lpstr>
      <vt:lpstr>System Architecture</vt:lpstr>
      <vt:lpstr>PowerPoint Presentation</vt:lpstr>
      <vt:lpstr>Database Schema</vt:lpstr>
      <vt:lpstr>Class Diagram</vt:lpstr>
      <vt:lpstr>Data Flow Diagram</vt:lpstr>
      <vt:lpstr>Sequence Diagram</vt:lpstr>
      <vt:lpstr>PowerPoint Presentation</vt:lpstr>
      <vt:lpstr>PowerPoint Presentation</vt:lpstr>
      <vt:lpstr>Activity Diagram</vt:lpstr>
      <vt:lpstr>100-Day 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MUSAZA</dc:creator>
  <cp:lastModifiedBy>PATRICK MUSAZA</cp:lastModifiedBy>
  <cp:revision>13</cp:revision>
  <dcterms:created xsi:type="dcterms:W3CDTF">2026-01-02T10:43:40Z</dcterms:created>
  <dcterms:modified xsi:type="dcterms:W3CDTF">2026-01-02T14:58:35Z</dcterms:modified>
</cp:coreProperties>
</file>